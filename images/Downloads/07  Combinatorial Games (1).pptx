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6" roundtripDataSignature="AMtx7mjmpgtk2ebVTfMVG1wXd+12TfbI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C6623F7-FD46-4170-9833-6D3543AD114E}">
  <a:tblStyle styleId="{CC6623F7-FD46-4170-9833-6D3543AD114E}"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0" name="Google Shape;630;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0" name="Google Shape;64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611560" y="274638"/>
            <a:ext cx="7848872" cy="1143000"/>
          </a:xfrm>
          <a:prstGeom prst="rect">
            <a:avLst/>
          </a:prstGeom>
          <a:solidFill>
            <a:srgbClr val="DAEEF3"/>
          </a:solid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2"/>
          <p:cNvSpPr txBox="1"/>
          <p:nvPr>
            <p:ph idx="1" type="body"/>
          </p:nvPr>
        </p:nvSpPr>
        <p:spPr>
          <a:xfrm>
            <a:off x="611560" y="1600200"/>
            <a:ext cx="7848872"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7" name="Google Shape;2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 name="Shape 30"/>
        <p:cNvGrpSpPr/>
        <p:nvPr/>
      </p:nvGrpSpPr>
      <p:grpSpPr>
        <a:xfrm>
          <a:off x="0" y="0"/>
          <a:ext cx="0" cy="0"/>
          <a:chOff x="0" y="0"/>
          <a:chExt cx="0" cy="0"/>
        </a:xfrm>
      </p:grpSpPr>
      <p:sp>
        <p:nvSpPr>
          <p:cNvPr id="31" name="Google Shape;31;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4" name="Google Shape;34;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7" name="Shape 37"/>
        <p:cNvGrpSpPr/>
        <p:nvPr/>
      </p:nvGrpSpPr>
      <p:grpSpPr>
        <a:xfrm>
          <a:off x="0" y="0"/>
          <a:ext cx="0" cy="0"/>
          <a:chOff x="0" y="0"/>
          <a:chExt cx="0" cy="0"/>
        </a:xfrm>
      </p:grpSpPr>
      <p:sp>
        <p:nvSpPr>
          <p:cNvPr id="38" name="Google Shape;38;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0" name="Google Shape;40;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1" name="Google Shape;41;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2" name="Google Shape;42;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3" name="Google Shape;43;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6" name="Shape 46"/>
        <p:cNvGrpSpPr/>
        <p:nvPr/>
      </p:nvGrpSpPr>
      <p:grpSpPr>
        <a:xfrm>
          <a:off x="0" y="0"/>
          <a:ext cx="0" cy="0"/>
          <a:chOff x="0" y="0"/>
          <a:chExt cx="0" cy="0"/>
        </a:xfrm>
      </p:grpSpPr>
      <p:sp>
        <p:nvSpPr>
          <p:cNvPr id="47" name="Google Shape;47;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2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8" name="Google Shape;58;p2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9" name="Google Shape;59;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2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29"/>
          <p:cNvSpPr/>
          <p:nvPr>
            <p:ph idx="2" type="pic"/>
          </p:nvPr>
        </p:nvSpPr>
        <p:spPr>
          <a:xfrm>
            <a:off x="1792288" y="612775"/>
            <a:ext cx="5486400" cy="4114800"/>
          </a:xfrm>
          <a:prstGeom prst="rect">
            <a:avLst/>
          </a:prstGeom>
          <a:noFill/>
          <a:ln>
            <a:noFill/>
          </a:ln>
        </p:spPr>
      </p:sp>
      <p:sp>
        <p:nvSpPr>
          <p:cNvPr id="65" name="Google Shape;65;p2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6" name="Google Shape;66;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3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2" name="Google Shape;72;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3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3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8" name="Google Shape;7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7.jpg"/><Relationship Id="rId4" Type="http://schemas.openxmlformats.org/officeDocument/2006/relationships/image" Target="../media/image26.jpg"/><Relationship Id="rId5"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10.png"/><Relationship Id="rId6"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1.png"/><Relationship Id="rId4" Type="http://schemas.openxmlformats.org/officeDocument/2006/relationships/image" Target="../media/image15.png"/><Relationship Id="rId5" Type="http://schemas.openxmlformats.org/officeDocument/2006/relationships/image" Target="../media/image6.png"/></Relationships>
</file>

<file path=ppt/slides/_rels/slide14.xml.rels><?xml version="1.0" encoding="UTF-8" standalone="yes"?><Relationships xmlns="http://schemas.openxmlformats.org/package/2006/relationships"><Relationship Id="rId11" Type="http://schemas.openxmlformats.org/officeDocument/2006/relationships/image" Target="../media/image23.png"/><Relationship Id="rId10" Type="http://schemas.openxmlformats.org/officeDocument/2006/relationships/image" Target="../media/image21.png"/><Relationship Id="rId13" Type="http://schemas.openxmlformats.org/officeDocument/2006/relationships/image" Target="../media/image18.png"/><Relationship Id="rId12" Type="http://schemas.openxmlformats.org/officeDocument/2006/relationships/image" Target="../media/image28.png"/><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0.png"/><Relationship Id="rId4" Type="http://schemas.openxmlformats.org/officeDocument/2006/relationships/image" Target="../media/image11.png"/><Relationship Id="rId9" Type="http://schemas.openxmlformats.org/officeDocument/2006/relationships/image" Target="../media/image20.png"/><Relationship Id="rId15" Type="http://schemas.openxmlformats.org/officeDocument/2006/relationships/image" Target="../media/image24.png"/><Relationship Id="rId14" Type="http://schemas.openxmlformats.org/officeDocument/2006/relationships/image" Target="../media/image22.png"/><Relationship Id="rId5" Type="http://schemas.openxmlformats.org/officeDocument/2006/relationships/image" Target="../media/image5.png"/><Relationship Id="rId6" Type="http://schemas.openxmlformats.org/officeDocument/2006/relationships/image" Target="../media/image12.png"/><Relationship Id="rId7" Type="http://schemas.openxmlformats.org/officeDocument/2006/relationships/image" Target="../media/image17.png"/><Relationship Id="rId8"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txBox="1"/>
          <p:nvPr/>
        </p:nvSpPr>
        <p:spPr>
          <a:xfrm>
            <a:off x="760850" y="4030203"/>
            <a:ext cx="930462" cy="830997"/>
          </a:xfrm>
          <a:prstGeom prst="rect">
            <a:avLst/>
          </a:prstGeom>
          <a:solidFill>
            <a:srgbClr val="00B0F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4800" u="none" cap="none" strike="noStrike">
                <a:solidFill>
                  <a:schemeClr val="lt1"/>
                </a:solidFill>
                <a:latin typeface="Calibri"/>
                <a:ea typeface="Calibri"/>
                <a:cs typeface="Calibri"/>
                <a:sym typeface="Calibri"/>
              </a:rPr>
              <a:t>05</a:t>
            </a:r>
            <a:endParaRPr/>
          </a:p>
        </p:txBody>
      </p:sp>
      <p:sp>
        <p:nvSpPr>
          <p:cNvPr id="86" name="Google Shape;86;p1"/>
          <p:cNvSpPr txBox="1"/>
          <p:nvPr/>
        </p:nvSpPr>
        <p:spPr>
          <a:xfrm>
            <a:off x="2071872" y="4005064"/>
            <a:ext cx="6458162" cy="892552"/>
          </a:xfrm>
          <a:prstGeom prst="rect">
            <a:avLst/>
          </a:prstGeom>
          <a:solidFill>
            <a:srgbClr val="00B0F0"/>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3200" u="none" cap="none" strike="noStrike">
                <a:solidFill>
                  <a:schemeClr val="dk1"/>
                </a:solidFill>
                <a:latin typeface="Calibri"/>
                <a:ea typeface="Calibri"/>
                <a:cs typeface="Calibri"/>
                <a:sym typeface="Calibri"/>
              </a:rPr>
              <a:t>Combinatorial Games</a:t>
            </a:r>
            <a:endParaRPr/>
          </a:p>
          <a:p>
            <a:pPr indent="0" lvl="0" marL="0" marR="0" rtl="0" algn="r">
              <a:spcBef>
                <a:spcPts val="0"/>
              </a:spcBef>
              <a:spcAft>
                <a:spcPts val="0"/>
              </a:spcAft>
              <a:buNone/>
            </a:pPr>
            <a:r>
              <a:rPr b="1" i="0" lang="en-US" sz="2000" u="none" cap="none" strike="noStrike">
                <a:solidFill>
                  <a:schemeClr val="dk1"/>
                </a:solidFill>
                <a:latin typeface="Calibri"/>
                <a:ea typeface="Calibri"/>
                <a:cs typeface="Calibri"/>
                <a:sym typeface="Calibri"/>
              </a:rPr>
              <a:t>Samuel Lukas</a:t>
            </a:r>
            <a:endParaRPr b="1" i="0" sz="2000" u="none" cap="none" strike="noStrike">
              <a:solidFill>
                <a:schemeClr val="dk1"/>
              </a:solidFill>
              <a:latin typeface="Calibri"/>
              <a:ea typeface="Calibri"/>
              <a:cs typeface="Calibri"/>
              <a:sym typeface="Calibri"/>
            </a:endParaRPr>
          </a:p>
        </p:txBody>
      </p:sp>
      <p:pic>
        <p:nvPicPr>
          <p:cNvPr id="87" name="Google Shape;87;p1"/>
          <p:cNvPicPr preferRelativeResize="0"/>
          <p:nvPr/>
        </p:nvPicPr>
        <p:blipFill rotWithShape="1">
          <a:blip r:embed="rId3">
            <a:alphaModFix/>
          </a:blip>
          <a:srcRect b="0" l="0" r="0" t="0"/>
          <a:stretch/>
        </p:blipFill>
        <p:spPr>
          <a:xfrm>
            <a:off x="642910" y="500042"/>
            <a:ext cx="7887124" cy="1306622"/>
          </a:xfrm>
          <a:prstGeom prst="rect">
            <a:avLst/>
          </a:prstGeom>
          <a:noFill/>
          <a:ln>
            <a:noFill/>
          </a:ln>
        </p:spPr>
      </p:pic>
      <p:pic>
        <p:nvPicPr>
          <p:cNvPr id="88" name="Google Shape;88;p1"/>
          <p:cNvPicPr preferRelativeResize="0"/>
          <p:nvPr/>
        </p:nvPicPr>
        <p:blipFill rotWithShape="1">
          <a:blip r:embed="rId4">
            <a:alphaModFix/>
          </a:blip>
          <a:srcRect b="0" l="0" r="0" t="0"/>
          <a:stretch/>
        </p:blipFill>
        <p:spPr>
          <a:xfrm>
            <a:off x="714348" y="1857364"/>
            <a:ext cx="3609975" cy="1123950"/>
          </a:xfrm>
          <a:prstGeom prst="rect">
            <a:avLst/>
          </a:prstGeom>
          <a:noFill/>
          <a:ln>
            <a:noFill/>
          </a:ln>
        </p:spPr>
      </p:pic>
      <p:sp>
        <p:nvSpPr>
          <p:cNvPr id="89" name="Google Shape;89;p1"/>
          <p:cNvSpPr/>
          <p:nvPr/>
        </p:nvSpPr>
        <p:spPr>
          <a:xfrm>
            <a:off x="642910" y="4906764"/>
            <a:ext cx="7887124" cy="707886"/>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2000" u="none" cap="none" strike="noStrike">
                <a:solidFill>
                  <a:schemeClr val="dk1"/>
                </a:solidFill>
                <a:latin typeface="Calibri"/>
                <a:ea typeface="Calibri"/>
                <a:cs typeface="Calibri"/>
                <a:sym typeface="Calibri"/>
              </a:rPr>
              <a:t>Introduction Game Theory and Its Applications</a:t>
            </a:r>
            <a:endParaRPr/>
          </a:p>
          <a:p>
            <a:pPr indent="0" lvl="0" marL="0" marR="0" rtl="0" algn="r">
              <a:spcBef>
                <a:spcPts val="0"/>
              </a:spcBef>
              <a:spcAft>
                <a:spcPts val="0"/>
              </a:spcAft>
              <a:buNone/>
            </a:pPr>
            <a:r>
              <a:rPr b="0" i="0" lang="en-US" sz="2000" u="none" cap="none" strike="noStrike">
                <a:solidFill>
                  <a:schemeClr val="dk1"/>
                </a:solidFill>
                <a:latin typeface="Calibri"/>
                <a:ea typeface="Calibri"/>
                <a:cs typeface="Calibri"/>
                <a:sym typeface="Calibri"/>
              </a:rPr>
              <a:t> Elliott Mendelson, CRC Press Company, Washington DC.2004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457200" y="274638"/>
            <a:ext cx="8075240" cy="1143000"/>
          </a:xfrm>
          <a:prstGeom prst="rect">
            <a:avLst/>
          </a:prstGeom>
          <a:solidFill>
            <a:srgbClr val="DAEEF3"/>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Definition</a:t>
            </a:r>
            <a:endParaRPr/>
          </a:p>
        </p:txBody>
      </p:sp>
      <p:sp>
        <p:nvSpPr>
          <p:cNvPr id="95" name="Google Shape;95;p2"/>
          <p:cNvSpPr txBox="1"/>
          <p:nvPr>
            <p:ph idx="1" type="body"/>
          </p:nvPr>
        </p:nvSpPr>
        <p:spPr>
          <a:xfrm>
            <a:off x="457200" y="1600200"/>
            <a:ext cx="8075240" cy="4525963"/>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3600"/>
              <a:buNone/>
            </a:pPr>
            <a:r>
              <a:rPr lang="en-US" sz="3600"/>
              <a:t>The characteristics of Combinatorial games</a:t>
            </a:r>
            <a:endParaRPr/>
          </a:p>
          <a:p>
            <a:pPr indent="-514350" lvl="0" marL="514350" rtl="0" algn="l">
              <a:spcBef>
                <a:spcPts val="640"/>
              </a:spcBef>
              <a:spcAft>
                <a:spcPts val="0"/>
              </a:spcAft>
              <a:buClr>
                <a:schemeClr val="dk1"/>
              </a:buClr>
              <a:buSzPts val="3200"/>
              <a:buFont typeface="Calibri"/>
              <a:buAutoNum type="arabicPeriod"/>
            </a:pPr>
            <a:r>
              <a:rPr lang="en-US"/>
              <a:t>There are only two players</a:t>
            </a:r>
            <a:endParaRPr/>
          </a:p>
          <a:p>
            <a:pPr indent="-514350" lvl="0" marL="514350" rtl="0" algn="l">
              <a:spcBef>
                <a:spcPts val="640"/>
              </a:spcBef>
              <a:spcAft>
                <a:spcPts val="0"/>
              </a:spcAft>
              <a:buClr>
                <a:schemeClr val="dk1"/>
              </a:buClr>
              <a:buSzPts val="3200"/>
              <a:buFont typeface="Calibri"/>
              <a:buAutoNum type="arabicPeriod"/>
            </a:pPr>
            <a:r>
              <a:rPr lang="en-US"/>
              <a:t>It is deterministic or No random moves</a:t>
            </a:r>
            <a:endParaRPr/>
          </a:p>
          <a:p>
            <a:pPr indent="-514350" lvl="0" marL="514350" rtl="0" algn="l">
              <a:spcBef>
                <a:spcPts val="640"/>
              </a:spcBef>
              <a:spcAft>
                <a:spcPts val="0"/>
              </a:spcAft>
              <a:buClr>
                <a:schemeClr val="dk1"/>
              </a:buClr>
              <a:buSzPts val="3200"/>
              <a:buFont typeface="Calibri"/>
              <a:buAutoNum type="arabicPeriod"/>
            </a:pPr>
            <a:r>
              <a:rPr lang="en-US"/>
              <a:t>It is finite  : a finite number of moves</a:t>
            </a:r>
            <a:endParaRPr/>
          </a:p>
          <a:p>
            <a:pPr indent="-514350" lvl="0" marL="514350" rtl="0" algn="l">
              <a:spcBef>
                <a:spcPts val="640"/>
              </a:spcBef>
              <a:spcAft>
                <a:spcPts val="0"/>
              </a:spcAft>
              <a:buClr>
                <a:schemeClr val="dk1"/>
              </a:buClr>
              <a:buSzPts val="3200"/>
              <a:buFont typeface="Calibri"/>
              <a:buAutoNum type="arabicPeriod"/>
            </a:pPr>
            <a:r>
              <a:rPr lang="en-US"/>
              <a:t>Perfect Information : every moves by one player is known to the other player</a:t>
            </a:r>
            <a:endParaRPr/>
          </a:p>
          <a:p>
            <a:pPr indent="-514350" lvl="0" marL="514350" rtl="0" algn="l">
              <a:spcBef>
                <a:spcPts val="640"/>
              </a:spcBef>
              <a:spcAft>
                <a:spcPts val="0"/>
              </a:spcAft>
              <a:buClr>
                <a:schemeClr val="dk1"/>
              </a:buClr>
              <a:buSzPts val="3200"/>
              <a:buFont typeface="Calibri"/>
              <a:buAutoNum type="arabicPeriod"/>
            </a:pPr>
            <a:r>
              <a:rPr lang="en-US"/>
              <a:t>It is a zero sum game</a:t>
            </a:r>
            <a:endParaRPr/>
          </a:p>
        </p:txBody>
      </p:sp>
      <p:sp>
        <p:nvSpPr>
          <p:cNvPr id="96" name="Google Shape;96;p2"/>
          <p:cNvSpPr txBox="1"/>
          <p:nvPr/>
        </p:nvSpPr>
        <p:spPr>
          <a:xfrm>
            <a:off x="5806480" y="5601687"/>
            <a:ext cx="2725960" cy="523220"/>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u="none" cap="none" strike="noStrike">
                <a:solidFill>
                  <a:schemeClr val="dk1"/>
                </a:solidFill>
                <a:latin typeface="Calibri"/>
                <a:ea typeface="Calibri"/>
                <a:cs typeface="Calibri"/>
                <a:sym typeface="Calibri"/>
              </a:rPr>
              <a:t>Tic-tac-Toe game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457200" y="274638"/>
            <a:ext cx="8003232" cy="1143000"/>
          </a:xfrm>
          <a:prstGeom prst="rect">
            <a:avLst/>
          </a:prstGeom>
          <a:solidFill>
            <a:srgbClr val="DAEEF3"/>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Examples 01</a:t>
            </a:r>
            <a:endParaRPr/>
          </a:p>
        </p:txBody>
      </p:sp>
      <p:sp>
        <p:nvSpPr>
          <p:cNvPr id="103" name="Google Shape;103;p3"/>
          <p:cNvSpPr txBox="1"/>
          <p:nvPr>
            <p:ph idx="1" type="body"/>
          </p:nvPr>
        </p:nvSpPr>
        <p:spPr>
          <a:xfrm>
            <a:off x="457200" y="1700808"/>
            <a:ext cx="8003232" cy="4525963"/>
          </a:xfrm>
          <a:prstGeom prst="rect">
            <a:avLst/>
          </a:prstGeom>
          <a:blipFill rotWithShape="1">
            <a:blip r:embed="rId3">
              <a:alphaModFix/>
            </a:blip>
            <a:stretch>
              <a:fillRect b="0" l="-1751" r="-1522" t="-2693"/>
            </a:stretch>
          </a:blip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200"/>
              <a:buChar char="•"/>
            </a:pPr>
            <a:r>
              <a:rPr lang="en-US"/>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4"/>
          <p:cNvSpPr txBox="1"/>
          <p:nvPr>
            <p:ph type="title"/>
          </p:nvPr>
        </p:nvSpPr>
        <p:spPr>
          <a:xfrm>
            <a:off x="611560" y="274638"/>
            <a:ext cx="7848872" cy="1143000"/>
          </a:xfrm>
          <a:prstGeom prst="rect">
            <a:avLst/>
          </a:prstGeom>
          <a:solidFill>
            <a:srgbClr val="DAEEF3"/>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Strategies in CG </a:t>
            </a:r>
            <a:endParaRPr/>
          </a:p>
        </p:txBody>
      </p:sp>
      <p:sp>
        <p:nvSpPr>
          <p:cNvPr id="109" name="Google Shape;109;p4"/>
          <p:cNvSpPr txBox="1"/>
          <p:nvPr>
            <p:ph idx="1" type="body"/>
          </p:nvPr>
        </p:nvSpPr>
        <p:spPr>
          <a:xfrm>
            <a:off x="611560" y="1600200"/>
            <a:ext cx="7848872"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Winning Strategy is a strategy that makes a player wins the game.</a:t>
            </a:r>
            <a:endParaRPr/>
          </a:p>
          <a:p>
            <a:pPr indent="-342900" lvl="0" marL="342900" rtl="0" algn="just">
              <a:spcBef>
                <a:spcPts val="640"/>
              </a:spcBef>
              <a:spcAft>
                <a:spcPts val="0"/>
              </a:spcAft>
              <a:buClr>
                <a:schemeClr val="dk1"/>
              </a:buClr>
              <a:buSzPts val="3200"/>
              <a:buChar char="•"/>
            </a:pPr>
            <a:r>
              <a:rPr lang="en-US"/>
              <a:t>Non-losing strategy is a strategy that makes a player will not lose the game.</a:t>
            </a:r>
            <a:endParaRPr/>
          </a:p>
        </p:txBody>
      </p:sp>
      <p:sp>
        <p:nvSpPr>
          <p:cNvPr id="110" name="Google Shape;110;p4"/>
          <p:cNvSpPr txBox="1"/>
          <p:nvPr/>
        </p:nvSpPr>
        <p:spPr>
          <a:xfrm>
            <a:off x="611560" y="4077072"/>
            <a:ext cx="7848872" cy="830997"/>
          </a:xfrm>
          <a:prstGeom prst="rect">
            <a:avLst/>
          </a:prstGeom>
          <a:solidFill>
            <a:srgbClr val="CCC0D9"/>
          </a:solid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400" u="none" cap="none" strike="noStrike">
                <a:solidFill>
                  <a:schemeClr val="dk1"/>
                </a:solidFill>
                <a:latin typeface="Calibri"/>
                <a:ea typeface="Calibri"/>
                <a:cs typeface="Calibri"/>
                <a:sym typeface="Calibri"/>
              </a:rPr>
              <a:t>In any combinational game, at least one of the players has a non-losing strategy </a:t>
            </a:r>
            <a:endParaRPr/>
          </a:p>
        </p:txBody>
      </p:sp>
      <p:sp>
        <p:nvSpPr>
          <p:cNvPr id="111" name="Google Shape;111;p4"/>
          <p:cNvSpPr txBox="1"/>
          <p:nvPr/>
        </p:nvSpPr>
        <p:spPr>
          <a:xfrm>
            <a:off x="611560" y="5118803"/>
            <a:ext cx="7848872" cy="830997"/>
          </a:xfrm>
          <a:prstGeom prst="rect">
            <a:avLst/>
          </a:prstGeom>
          <a:solidFill>
            <a:srgbClr val="CCC0D9"/>
          </a:solid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400" u="none" cap="none" strike="noStrike">
                <a:solidFill>
                  <a:schemeClr val="dk1"/>
                </a:solidFill>
                <a:latin typeface="Calibri"/>
                <a:ea typeface="Calibri"/>
                <a:cs typeface="Calibri"/>
                <a:sym typeface="Calibri"/>
              </a:rPr>
              <a:t>In any combinational game, either one player has a winning strategy or both players have non-losing strategies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ph type="title"/>
          </p:nvPr>
        </p:nvSpPr>
        <p:spPr>
          <a:xfrm>
            <a:off x="611560" y="274638"/>
            <a:ext cx="7848872" cy="1143000"/>
          </a:xfrm>
          <a:prstGeom prst="rect">
            <a:avLst/>
          </a:prstGeom>
          <a:solidFill>
            <a:srgbClr val="DAEEF3"/>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Tic-Tac-Toe Game</a:t>
            </a:r>
            <a:endParaRPr/>
          </a:p>
        </p:txBody>
      </p:sp>
      <p:sp>
        <p:nvSpPr>
          <p:cNvPr id="117" name="Google Shape;117;p5"/>
          <p:cNvSpPr txBox="1"/>
          <p:nvPr>
            <p:ph idx="1" type="body"/>
          </p:nvPr>
        </p:nvSpPr>
        <p:spPr>
          <a:xfrm>
            <a:off x="611560" y="1600200"/>
            <a:ext cx="7848872"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Non-losing strategy in 3 x 3 Tic-Tac-Toe Game</a:t>
            </a:r>
            <a:endParaRPr/>
          </a:p>
        </p:txBody>
      </p:sp>
      <p:graphicFrame>
        <p:nvGraphicFramePr>
          <p:cNvPr id="118" name="Google Shape;118;p5"/>
          <p:cNvGraphicFramePr/>
          <p:nvPr/>
        </p:nvGraphicFramePr>
        <p:xfrm>
          <a:off x="635663" y="2381840"/>
          <a:ext cx="3000000" cy="3000000"/>
        </p:xfrm>
        <a:graphic>
          <a:graphicData uri="http://schemas.openxmlformats.org/drawingml/2006/table">
            <a:tbl>
              <a:tblPr bandRow="1" firstRow="1">
                <a:noFill/>
                <a:tableStyleId>{CC6623F7-FD46-4170-9833-6D3543AD114E}</a:tableStyleId>
              </a:tblPr>
              <a:tblGrid>
                <a:gridCol w="963300"/>
                <a:gridCol w="963300"/>
                <a:gridCol w="963300"/>
              </a:tblGrid>
              <a:tr h="784825">
                <a:tc>
                  <a:txBody>
                    <a:bodyPr/>
                    <a:lstStyle/>
                    <a:p>
                      <a:pPr indent="0" lvl="0" marL="0" marR="0" rtl="0" algn="ctr">
                        <a:spcBef>
                          <a:spcPts val="0"/>
                        </a:spcBef>
                        <a:spcAft>
                          <a:spcPts val="0"/>
                        </a:spcAft>
                        <a:buNone/>
                      </a:pPr>
                      <a:r>
                        <a:t/>
                      </a:r>
                      <a:endParaRPr sz="4800" u="none" cap="none" strike="noStrike"/>
                    </a:p>
                  </a:txBody>
                  <a:tcPr marT="45725" marB="45725" marR="91450" marL="91450">
                    <a:solidFill>
                      <a:srgbClr val="C5D8F1"/>
                    </a:solidFill>
                  </a:tcPr>
                </a:tc>
                <a:tc>
                  <a:txBody>
                    <a:bodyPr/>
                    <a:lstStyle/>
                    <a:p>
                      <a:pPr indent="0" lvl="0" marL="0" marR="0" rtl="0" algn="ctr">
                        <a:spcBef>
                          <a:spcPts val="0"/>
                        </a:spcBef>
                        <a:spcAft>
                          <a:spcPts val="0"/>
                        </a:spcAft>
                        <a:buNone/>
                      </a:pPr>
                      <a:r>
                        <a:t/>
                      </a:r>
                      <a:endParaRPr sz="4800" u="none" cap="none" strike="noStrike"/>
                    </a:p>
                  </a:txBody>
                  <a:tcPr marT="45725" marB="45725" marR="91450" marL="91450">
                    <a:solidFill>
                      <a:srgbClr val="C5D8F1"/>
                    </a:solidFill>
                  </a:tcPr>
                </a:tc>
                <a:tc>
                  <a:txBody>
                    <a:bodyPr/>
                    <a:lstStyle/>
                    <a:p>
                      <a:pPr indent="0" lvl="0" marL="0" marR="0" rtl="0" algn="ctr">
                        <a:spcBef>
                          <a:spcPts val="0"/>
                        </a:spcBef>
                        <a:spcAft>
                          <a:spcPts val="0"/>
                        </a:spcAft>
                        <a:buNone/>
                      </a:pPr>
                      <a:r>
                        <a:t/>
                      </a:r>
                      <a:endParaRPr sz="4800" u="none" cap="none" strike="noStrike"/>
                    </a:p>
                  </a:txBody>
                  <a:tcPr marT="45725" marB="45725" marR="91450" marL="91450">
                    <a:solidFill>
                      <a:srgbClr val="C5D8F1"/>
                    </a:solidFill>
                  </a:tcPr>
                </a:tc>
              </a:tr>
              <a:tr h="717650">
                <a:tc>
                  <a:txBody>
                    <a:bodyPr/>
                    <a:lstStyle/>
                    <a:p>
                      <a:pPr indent="0" lvl="0" marL="0" marR="0" rtl="0" algn="ctr">
                        <a:spcBef>
                          <a:spcPts val="0"/>
                        </a:spcBef>
                        <a:spcAft>
                          <a:spcPts val="0"/>
                        </a:spcAft>
                        <a:buNone/>
                      </a:pPr>
                      <a:r>
                        <a:t/>
                      </a:r>
                      <a:endParaRPr sz="4800" u="none" cap="none" strike="noStrike"/>
                    </a:p>
                  </a:txBody>
                  <a:tcPr marT="45725" marB="45725" marR="91450" marL="91450">
                    <a:solidFill>
                      <a:srgbClr val="C5D8F1"/>
                    </a:solidFill>
                  </a:tcPr>
                </a:tc>
                <a:tc>
                  <a:txBody>
                    <a:bodyPr/>
                    <a:lstStyle/>
                    <a:p>
                      <a:pPr indent="0" lvl="0" marL="0" marR="0" rtl="0" algn="ctr">
                        <a:spcBef>
                          <a:spcPts val="0"/>
                        </a:spcBef>
                        <a:spcAft>
                          <a:spcPts val="0"/>
                        </a:spcAft>
                        <a:buNone/>
                      </a:pPr>
                      <a:r>
                        <a:t/>
                      </a:r>
                      <a:endParaRPr sz="4800" u="none" cap="none" strike="noStrike"/>
                    </a:p>
                  </a:txBody>
                  <a:tcPr marT="45725" marB="45725" marR="91450" marL="91450">
                    <a:solidFill>
                      <a:srgbClr val="C5D8F1"/>
                    </a:solidFill>
                  </a:tcPr>
                </a:tc>
                <a:tc>
                  <a:txBody>
                    <a:bodyPr/>
                    <a:lstStyle/>
                    <a:p>
                      <a:pPr indent="0" lvl="0" marL="0" marR="0" rtl="0" algn="ctr">
                        <a:spcBef>
                          <a:spcPts val="0"/>
                        </a:spcBef>
                        <a:spcAft>
                          <a:spcPts val="0"/>
                        </a:spcAft>
                        <a:buNone/>
                      </a:pPr>
                      <a:r>
                        <a:t/>
                      </a:r>
                      <a:endParaRPr sz="4800" u="none" cap="none" strike="noStrike"/>
                    </a:p>
                  </a:txBody>
                  <a:tcPr marT="45725" marB="45725" marR="91450" marL="91450">
                    <a:solidFill>
                      <a:srgbClr val="C5D8F1"/>
                    </a:solidFill>
                  </a:tcPr>
                </a:tc>
              </a:tr>
              <a:tr h="717650">
                <a:tc>
                  <a:txBody>
                    <a:bodyPr/>
                    <a:lstStyle/>
                    <a:p>
                      <a:pPr indent="0" lvl="0" marL="0" marR="0" rtl="0" algn="ctr">
                        <a:spcBef>
                          <a:spcPts val="0"/>
                        </a:spcBef>
                        <a:spcAft>
                          <a:spcPts val="0"/>
                        </a:spcAft>
                        <a:buNone/>
                      </a:pPr>
                      <a:r>
                        <a:t/>
                      </a:r>
                      <a:endParaRPr sz="4800" u="none" cap="none" strike="noStrike"/>
                    </a:p>
                  </a:txBody>
                  <a:tcPr marT="45725" marB="45725" marR="91450" marL="91450">
                    <a:solidFill>
                      <a:srgbClr val="C5D8F1"/>
                    </a:solidFill>
                  </a:tcPr>
                </a:tc>
                <a:tc>
                  <a:txBody>
                    <a:bodyPr/>
                    <a:lstStyle/>
                    <a:p>
                      <a:pPr indent="0" lvl="0" marL="0" marR="0" rtl="0" algn="ctr">
                        <a:spcBef>
                          <a:spcPts val="0"/>
                        </a:spcBef>
                        <a:spcAft>
                          <a:spcPts val="0"/>
                        </a:spcAft>
                        <a:buNone/>
                      </a:pPr>
                      <a:r>
                        <a:t/>
                      </a:r>
                      <a:endParaRPr sz="4800" u="none" cap="none" strike="noStrike"/>
                    </a:p>
                  </a:txBody>
                  <a:tcPr marT="45725" marB="45725" marR="91450" marL="91450">
                    <a:solidFill>
                      <a:srgbClr val="C5D8F1"/>
                    </a:solidFill>
                  </a:tcPr>
                </a:tc>
                <a:tc>
                  <a:txBody>
                    <a:bodyPr/>
                    <a:lstStyle/>
                    <a:p>
                      <a:pPr indent="0" lvl="0" marL="0" marR="0" rtl="0" algn="ctr">
                        <a:spcBef>
                          <a:spcPts val="0"/>
                        </a:spcBef>
                        <a:spcAft>
                          <a:spcPts val="0"/>
                        </a:spcAft>
                        <a:buNone/>
                      </a:pPr>
                      <a:r>
                        <a:t/>
                      </a:r>
                      <a:endParaRPr sz="4800" u="none" cap="none" strike="noStrike"/>
                    </a:p>
                  </a:txBody>
                  <a:tcPr marT="45725" marB="45725" marR="91450" marL="91450">
                    <a:solidFill>
                      <a:srgbClr val="C5D8F1"/>
                    </a:solidFill>
                  </a:tcPr>
                </a:tc>
              </a:tr>
            </a:tbl>
          </a:graphicData>
        </a:graphic>
      </p:graphicFrame>
      <p:graphicFrame>
        <p:nvGraphicFramePr>
          <p:cNvPr id="119" name="Google Shape;119;p5"/>
          <p:cNvGraphicFramePr/>
          <p:nvPr/>
        </p:nvGraphicFramePr>
        <p:xfrm>
          <a:off x="2574475" y="4010932"/>
          <a:ext cx="3000000" cy="3000000"/>
        </p:xfrm>
        <a:graphic>
          <a:graphicData uri="http://schemas.openxmlformats.org/drawingml/2006/table">
            <a:tbl>
              <a:tblPr bandRow="1" firstRow="1">
                <a:noFill/>
                <a:tableStyleId>{CC6623F7-FD46-4170-9833-6D3543AD114E}</a:tableStyleId>
              </a:tblPr>
              <a:tblGrid>
                <a:gridCol w="944100"/>
              </a:tblGrid>
              <a:tr h="856850">
                <a:tc>
                  <a:txBody>
                    <a:bodyPr/>
                    <a:lstStyle/>
                    <a:p>
                      <a:pPr indent="0" lvl="0" marL="0" marR="0" rtl="0" algn="ctr">
                        <a:spcBef>
                          <a:spcPts val="0"/>
                        </a:spcBef>
                        <a:spcAft>
                          <a:spcPts val="0"/>
                        </a:spcAft>
                        <a:buNone/>
                      </a:pPr>
                      <a:r>
                        <a:rPr lang="en-US" sz="4400" u="none" cap="none" strike="noStrike">
                          <a:solidFill>
                            <a:schemeClr val="dk1"/>
                          </a:solidFill>
                        </a:rPr>
                        <a:t>X</a:t>
                      </a:r>
                      <a:endParaRPr/>
                    </a:p>
                  </a:txBody>
                  <a:tcPr marT="45725" marB="45725" marR="91450" marL="91450">
                    <a:solidFill>
                      <a:srgbClr val="B7CCE4"/>
                    </a:solidFill>
                  </a:tcPr>
                </a:tc>
              </a:tr>
            </a:tbl>
          </a:graphicData>
        </a:graphic>
      </p:graphicFrame>
      <p:graphicFrame>
        <p:nvGraphicFramePr>
          <p:cNvPr id="120" name="Google Shape;120;p5"/>
          <p:cNvGraphicFramePr/>
          <p:nvPr/>
        </p:nvGraphicFramePr>
        <p:xfrm>
          <a:off x="1621350" y="3219065"/>
          <a:ext cx="3000000" cy="3000000"/>
        </p:xfrm>
        <a:graphic>
          <a:graphicData uri="http://schemas.openxmlformats.org/drawingml/2006/table">
            <a:tbl>
              <a:tblPr bandRow="1" firstRow="1">
                <a:noFill/>
                <a:tableStyleId>{CC6623F7-FD46-4170-9833-6D3543AD114E}</a:tableStyleId>
              </a:tblPr>
              <a:tblGrid>
                <a:gridCol w="930300"/>
              </a:tblGrid>
              <a:tr h="790800">
                <a:tc>
                  <a:txBody>
                    <a:bodyPr/>
                    <a:lstStyle/>
                    <a:p>
                      <a:pPr indent="0" lvl="0" marL="0" marR="0" rtl="0" algn="ctr">
                        <a:spcBef>
                          <a:spcPts val="0"/>
                        </a:spcBef>
                        <a:spcAft>
                          <a:spcPts val="0"/>
                        </a:spcAft>
                        <a:buNone/>
                      </a:pPr>
                      <a:r>
                        <a:rPr lang="en-US" sz="4400" u="none" cap="none" strike="noStrike">
                          <a:solidFill>
                            <a:schemeClr val="dk1"/>
                          </a:solidFill>
                        </a:rPr>
                        <a:t>X</a:t>
                      </a:r>
                      <a:endParaRPr/>
                    </a:p>
                  </a:txBody>
                  <a:tcPr marT="45725" marB="45725" marR="91450" marL="91450">
                    <a:solidFill>
                      <a:srgbClr val="B7CCE4"/>
                    </a:solidFill>
                  </a:tcPr>
                </a:tc>
              </a:tr>
            </a:tbl>
          </a:graphicData>
        </a:graphic>
      </p:graphicFrame>
      <p:graphicFrame>
        <p:nvGraphicFramePr>
          <p:cNvPr id="121" name="Google Shape;121;p5"/>
          <p:cNvGraphicFramePr/>
          <p:nvPr/>
        </p:nvGraphicFramePr>
        <p:xfrm>
          <a:off x="1608564" y="4010933"/>
          <a:ext cx="3000000" cy="3000000"/>
        </p:xfrm>
        <a:graphic>
          <a:graphicData uri="http://schemas.openxmlformats.org/drawingml/2006/table">
            <a:tbl>
              <a:tblPr bandRow="1" firstRow="1">
                <a:noFill/>
                <a:tableStyleId>{CC6623F7-FD46-4170-9833-6D3543AD114E}</a:tableStyleId>
              </a:tblPr>
              <a:tblGrid>
                <a:gridCol w="944100"/>
              </a:tblGrid>
              <a:tr h="856850">
                <a:tc>
                  <a:txBody>
                    <a:bodyPr/>
                    <a:lstStyle/>
                    <a:p>
                      <a:pPr indent="0" lvl="0" marL="0" marR="0" rtl="0" algn="ctr">
                        <a:spcBef>
                          <a:spcPts val="0"/>
                        </a:spcBef>
                        <a:spcAft>
                          <a:spcPts val="0"/>
                        </a:spcAft>
                        <a:buNone/>
                      </a:pPr>
                      <a:r>
                        <a:rPr lang="en-US" sz="4400" u="none" cap="none" strike="noStrike">
                          <a:solidFill>
                            <a:schemeClr val="dk1"/>
                          </a:solidFill>
                        </a:rPr>
                        <a:t>O</a:t>
                      </a:r>
                      <a:endParaRPr/>
                    </a:p>
                  </a:txBody>
                  <a:tcPr marT="45725" marB="45725" marR="91450" marL="91450">
                    <a:solidFill>
                      <a:srgbClr val="B7CCE4"/>
                    </a:solidFill>
                  </a:tcPr>
                </a:tc>
              </a:tr>
            </a:tbl>
          </a:graphicData>
        </a:graphic>
      </p:graphicFrame>
      <p:graphicFrame>
        <p:nvGraphicFramePr>
          <p:cNvPr id="122" name="Google Shape;122;p5"/>
          <p:cNvGraphicFramePr/>
          <p:nvPr/>
        </p:nvGraphicFramePr>
        <p:xfrm>
          <a:off x="2566111" y="3174355"/>
          <a:ext cx="3000000" cy="3000000"/>
        </p:xfrm>
        <a:graphic>
          <a:graphicData uri="http://schemas.openxmlformats.org/drawingml/2006/table">
            <a:tbl>
              <a:tblPr bandRow="1" firstRow="1">
                <a:noFill/>
                <a:tableStyleId>{CC6623F7-FD46-4170-9833-6D3543AD114E}</a:tableStyleId>
              </a:tblPr>
              <a:tblGrid>
                <a:gridCol w="944100"/>
              </a:tblGrid>
              <a:tr h="835525">
                <a:tc>
                  <a:txBody>
                    <a:bodyPr/>
                    <a:lstStyle/>
                    <a:p>
                      <a:pPr indent="0" lvl="0" marL="0" marR="0" rtl="0" algn="ctr">
                        <a:spcBef>
                          <a:spcPts val="0"/>
                        </a:spcBef>
                        <a:spcAft>
                          <a:spcPts val="0"/>
                        </a:spcAft>
                        <a:buNone/>
                      </a:pPr>
                      <a:r>
                        <a:rPr lang="en-US" sz="4400" u="none" cap="none" strike="noStrike">
                          <a:solidFill>
                            <a:schemeClr val="dk1"/>
                          </a:solidFill>
                        </a:rPr>
                        <a:t>O</a:t>
                      </a:r>
                      <a:endParaRPr/>
                    </a:p>
                  </a:txBody>
                  <a:tcPr marT="45725" marB="45725" marR="91450" marL="91450">
                    <a:solidFill>
                      <a:srgbClr val="B7CCE4"/>
                    </a:solidFill>
                  </a:tcPr>
                </a:tc>
              </a:tr>
            </a:tbl>
          </a:graphicData>
        </a:graphic>
      </p:graphicFrame>
      <p:graphicFrame>
        <p:nvGraphicFramePr>
          <p:cNvPr id="123" name="Google Shape;123;p5"/>
          <p:cNvGraphicFramePr/>
          <p:nvPr/>
        </p:nvGraphicFramePr>
        <p:xfrm>
          <a:off x="1600887" y="2376505"/>
          <a:ext cx="3000000" cy="3000000"/>
        </p:xfrm>
        <a:graphic>
          <a:graphicData uri="http://schemas.openxmlformats.org/drawingml/2006/table">
            <a:tbl>
              <a:tblPr bandRow="1" firstRow="1">
                <a:noFill/>
                <a:tableStyleId>{CC6623F7-FD46-4170-9833-6D3543AD114E}</a:tableStyleId>
              </a:tblPr>
              <a:tblGrid>
                <a:gridCol w="944100"/>
              </a:tblGrid>
              <a:tr h="856850">
                <a:tc>
                  <a:txBody>
                    <a:bodyPr/>
                    <a:lstStyle/>
                    <a:p>
                      <a:pPr indent="0" lvl="0" marL="0" marR="0" rtl="0" algn="ctr">
                        <a:spcBef>
                          <a:spcPts val="0"/>
                        </a:spcBef>
                        <a:spcAft>
                          <a:spcPts val="0"/>
                        </a:spcAft>
                        <a:buNone/>
                      </a:pPr>
                      <a:r>
                        <a:rPr lang="en-US" sz="4400" u="none" cap="none" strike="noStrike">
                          <a:solidFill>
                            <a:schemeClr val="dk1"/>
                          </a:solidFill>
                        </a:rPr>
                        <a:t>X</a:t>
                      </a:r>
                      <a:endParaRPr/>
                    </a:p>
                  </a:txBody>
                  <a:tcPr marT="45725" marB="45725" marR="91450" marL="91450">
                    <a:solidFill>
                      <a:srgbClr val="B7CCE4"/>
                    </a:solidFill>
                  </a:tcPr>
                </a:tc>
              </a:tr>
            </a:tbl>
          </a:graphicData>
        </a:graphic>
      </p:graphicFrame>
      <p:graphicFrame>
        <p:nvGraphicFramePr>
          <p:cNvPr id="124" name="Google Shape;124;p5"/>
          <p:cNvGraphicFramePr/>
          <p:nvPr/>
        </p:nvGraphicFramePr>
        <p:xfrm>
          <a:off x="642734" y="3146644"/>
          <a:ext cx="3000000" cy="3000000"/>
        </p:xfrm>
        <a:graphic>
          <a:graphicData uri="http://schemas.openxmlformats.org/drawingml/2006/table">
            <a:tbl>
              <a:tblPr bandRow="1" firstRow="1">
                <a:noFill/>
                <a:tableStyleId>{CC6623F7-FD46-4170-9833-6D3543AD114E}</a:tableStyleId>
              </a:tblPr>
              <a:tblGrid>
                <a:gridCol w="944100"/>
              </a:tblGrid>
              <a:tr h="856850">
                <a:tc>
                  <a:txBody>
                    <a:bodyPr/>
                    <a:lstStyle/>
                    <a:p>
                      <a:pPr indent="0" lvl="0" marL="0" marR="0" rtl="0" algn="ctr">
                        <a:spcBef>
                          <a:spcPts val="0"/>
                        </a:spcBef>
                        <a:spcAft>
                          <a:spcPts val="0"/>
                        </a:spcAft>
                        <a:buNone/>
                      </a:pPr>
                      <a:r>
                        <a:rPr lang="en-US" sz="4400" u="none" cap="none" strike="noStrike">
                          <a:solidFill>
                            <a:schemeClr val="dk1"/>
                          </a:solidFill>
                        </a:rPr>
                        <a:t>X</a:t>
                      </a:r>
                      <a:endParaRPr/>
                    </a:p>
                  </a:txBody>
                  <a:tcPr marT="45725" marB="45725" marR="91450" marL="91450">
                    <a:solidFill>
                      <a:srgbClr val="B7CCE4"/>
                    </a:solidFill>
                  </a:tcPr>
                </a:tc>
              </a:tr>
            </a:tbl>
          </a:graphicData>
        </a:graphic>
      </p:graphicFrame>
      <p:graphicFrame>
        <p:nvGraphicFramePr>
          <p:cNvPr id="125" name="Google Shape;125;p5"/>
          <p:cNvGraphicFramePr/>
          <p:nvPr/>
        </p:nvGraphicFramePr>
        <p:xfrm>
          <a:off x="650068" y="3999214"/>
          <a:ext cx="3000000" cy="3000000"/>
        </p:xfrm>
        <a:graphic>
          <a:graphicData uri="http://schemas.openxmlformats.org/drawingml/2006/table">
            <a:tbl>
              <a:tblPr bandRow="1" firstRow="1">
                <a:noFill/>
                <a:tableStyleId>{CC6623F7-FD46-4170-9833-6D3543AD114E}</a:tableStyleId>
              </a:tblPr>
              <a:tblGrid>
                <a:gridCol w="944100"/>
              </a:tblGrid>
              <a:tr h="856850">
                <a:tc>
                  <a:txBody>
                    <a:bodyPr/>
                    <a:lstStyle/>
                    <a:p>
                      <a:pPr indent="0" lvl="0" marL="0" marR="0" rtl="0" algn="ctr">
                        <a:spcBef>
                          <a:spcPts val="0"/>
                        </a:spcBef>
                        <a:spcAft>
                          <a:spcPts val="0"/>
                        </a:spcAft>
                        <a:buNone/>
                      </a:pPr>
                      <a:r>
                        <a:rPr lang="en-US" sz="4400" u="none" cap="none" strike="noStrike">
                          <a:solidFill>
                            <a:schemeClr val="dk1"/>
                          </a:solidFill>
                        </a:rPr>
                        <a:t>X</a:t>
                      </a:r>
                      <a:endParaRPr/>
                    </a:p>
                  </a:txBody>
                  <a:tcPr marT="45725" marB="45725" marR="91450" marL="91450">
                    <a:solidFill>
                      <a:srgbClr val="B7CCE4"/>
                    </a:solidFill>
                  </a:tcPr>
                </a:tc>
              </a:tr>
            </a:tbl>
          </a:graphicData>
        </a:graphic>
      </p:graphicFrame>
      <p:graphicFrame>
        <p:nvGraphicFramePr>
          <p:cNvPr id="126" name="Google Shape;126;p5"/>
          <p:cNvGraphicFramePr/>
          <p:nvPr/>
        </p:nvGraphicFramePr>
        <p:xfrm>
          <a:off x="636066" y="2367092"/>
          <a:ext cx="3000000" cy="3000000"/>
        </p:xfrm>
        <a:graphic>
          <a:graphicData uri="http://schemas.openxmlformats.org/drawingml/2006/table">
            <a:tbl>
              <a:tblPr bandRow="1" firstRow="1">
                <a:noFill/>
                <a:tableStyleId>{CC6623F7-FD46-4170-9833-6D3543AD114E}</a:tableStyleId>
              </a:tblPr>
              <a:tblGrid>
                <a:gridCol w="944100"/>
              </a:tblGrid>
              <a:tr h="856850">
                <a:tc>
                  <a:txBody>
                    <a:bodyPr/>
                    <a:lstStyle/>
                    <a:p>
                      <a:pPr indent="0" lvl="0" marL="0" marR="0" rtl="0" algn="ctr">
                        <a:spcBef>
                          <a:spcPts val="0"/>
                        </a:spcBef>
                        <a:spcAft>
                          <a:spcPts val="0"/>
                        </a:spcAft>
                        <a:buNone/>
                      </a:pPr>
                      <a:r>
                        <a:rPr lang="en-US" sz="4400" u="none" cap="none" strike="noStrike">
                          <a:solidFill>
                            <a:schemeClr val="dk1"/>
                          </a:solidFill>
                        </a:rPr>
                        <a:t>O</a:t>
                      </a:r>
                      <a:endParaRPr/>
                    </a:p>
                  </a:txBody>
                  <a:tcPr marT="45725" marB="45725" marR="91450" marL="91450">
                    <a:solidFill>
                      <a:srgbClr val="B7CCE4"/>
                    </a:solidFill>
                  </a:tcPr>
                </a:tc>
              </a:tr>
            </a:tbl>
          </a:graphicData>
        </a:graphic>
      </p:graphicFrame>
      <p:graphicFrame>
        <p:nvGraphicFramePr>
          <p:cNvPr id="127" name="Google Shape;127;p5"/>
          <p:cNvGraphicFramePr/>
          <p:nvPr/>
        </p:nvGraphicFramePr>
        <p:xfrm>
          <a:off x="2567060" y="2381840"/>
          <a:ext cx="3000000" cy="3000000"/>
        </p:xfrm>
        <a:graphic>
          <a:graphicData uri="http://schemas.openxmlformats.org/drawingml/2006/table">
            <a:tbl>
              <a:tblPr bandRow="1" firstRow="1">
                <a:noFill/>
                <a:tableStyleId>{CC6623F7-FD46-4170-9833-6D3543AD114E}</a:tableStyleId>
              </a:tblPr>
              <a:tblGrid>
                <a:gridCol w="944100"/>
              </a:tblGrid>
              <a:tr h="856850">
                <a:tc>
                  <a:txBody>
                    <a:bodyPr/>
                    <a:lstStyle/>
                    <a:p>
                      <a:pPr indent="0" lvl="0" marL="0" marR="0" rtl="0" algn="ctr">
                        <a:spcBef>
                          <a:spcPts val="0"/>
                        </a:spcBef>
                        <a:spcAft>
                          <a:spcPts val="0"/>
                        </a:spcAft>
                        <a:buNone/>
                      </a:pPr>
                      <a:r>
                        <a:rPr lang="en-US" sz="4400" u="none" cap="none" strike="noStrike">
                          <a:solidFill>
                            <a:schemeClr val="dk1"/>
                          </a:solidFill>
                        </a:rPr>
                        <a:t>O</a:t>
                      </a:r>
                      <a:endParaRPr/>
                    </a:p>
                  </a:txBody>
                  <a:tcPr marT="45725" marB="45725" marR="91450" marL="91450">
                    <a:solidFill>
                      <a:srgbClr val="B7CCE4"/>
                    </a:solidFill>
                  </a:tcPr>
                </a:tc>
              </a:tr>
            </a:tbl>
          </a:graphicData>
        </a:graphic>
      </p:graphicFrame>
      <p:graphicFrame>
        <p:nvGraphicFramePr>
          <p:cNvPr id="128" name="Google Shape;128;p5"/>
          <p:cNvGraphicFramePr/>
          <p:nvPr/>
        </p:nvGraphicFramePr>
        <p:xfrm>
          <a:off x="5552296" y="2376505"/>
          <a:ext cx="3000000" cy="3000000"/>
        </p:xfrm>
        <a:graphic>
          <a:graphicData uri="http://schemas.openxmlformats.org/drawingml/2006/table">
            <a:tbl>
              <a:tblPr bandRow="1" firstRow="1">
                <a:noFill/>
                <a:tableStyleId>{CC6623F7-FD46-4170-9833-6D3543AD114E}</a:tableStyleId>
              </a:tblPr>
              <a:tblGrid>
                <a:gridCol w="963300"/>
                <a:gridCol w="963300"/>
                <a:gridCol w="963300"/>
              </a:tblGrid>
              <a:tr h="784825">
                <a:tc>
                  <a:txBody>
                    <a:bodyPr/>
                    <a:lstStyle/>
                    <a:p>
                      <a:pPr indent="0" lvl="0" marL="0" marR="0" rtl="0" algn="ctr">
                        <a:spcBef>
                          <a:spcPts val="0"/>
                        </a:spcBef>
                        <a:spcAft>
                          <a:spcPts val="0"/>
                        </a:spcAft>
                        <a:buNone/>
                      </a:pPr>
                      <a:r>
                        <a:t/>
                      </a:r>
                      <a:endParaRPr sz="4800" u="none" cap="none" strike="noStrike"/>
                    </a:p>
                  </a:txBody>
                  <a:tcPr marT="45725" marB="45725" marR="91450" marL="91450">
                    <a:solidFill>
                      <a:srgbClr val="C5D8F1"/>
                    </a:solidFill>
                  </a:tcPr>
                </a:tc>
                <a:tc>
                  <a:txBody>
                    <a:bodyPr/>
                    <a:lstStyle/>
                    <a:p>
                      <a:pPr indent="0" lvl="0" marL="0" marR="0" rtl="0" algn="ctr">
                        <a:spcBef>
                          <a:spcPts val="0"/>
                        </a:spcBef>
                        <a:spcAft>
                          <a:spcPts val="0"/>
                        </a:spcAft>
                        <a:buNone/>
                      </a:pPr>
                      <a:r>
                        <a:t/>
                      </a:r>
                      <a:endParaRPr sz="4800" u="none" cap="none" strike="noStrike"/>
                    </a:p>
                  </a:txBody>
                  <a:tcPr marT="45725" marB="45725" marR="91450" marL="91450">
                    <a:solidFill>
                      <a:srgbClr val="C5D8F1"/>
                    </a:solidFill>
                  </a:tcPr>
                </a:tc>
                <a:tc>
                  <a:txBody>
                    <a:bodyPr/>
                    <a:lstStyle/>
                    <a:p>
                      <a:pPr indent="0" lvl="0" marL="0" marR="0" rtl="0" algn="ctr">
                        <a:spcBef>
                          <a:spcPts val="0"/>
                        </a:spcBef>
                        <a:spcAft>
                          <a:spcPts val="0"/>
                        </a:spcAft>
                        <a:buNone/>
                      </a:pPr>
                      <a:r>
                        <a:t/>
                      </a:r>
                      <a:endParaRPr sz="4800" u="none" cap="none" strike="noStrike"/>
                    </a:p>
                  </a:txBody>
                  <a:tcPr marT="45725" marB="45725" marR="91450" marL="91450">
                    <a:solidFill>
                      <a:srgbClr val="C5D8F1"/>
                    </a:solidFill>
                  </a:tcPr>
                </a:tc>
              </a:tr>
              <a:tr h="717650">
                <a:tc>
                  <a:txBody>
                    <a:bodyPr/>
                    <a:lstStyle/>
                    <a:p>
                      <a:pPr indent="0" lvl="0" marL="0" marR="0" rtl="0" algn="ctr">
                        <a:spcBef>
                          <a:spcPts val="0"/>
                        </a:spcBef>
                        <a:spcAft>
                          <a:spcPts val="0"/>
                        </a:spcAft>
                        <a:buNone/>
                      </a:pPr>
                      <a:r>
                        <a:t/>
                      </a:r>
                      <a:endParaRPr sz="4800" u="none" cap="none" strike="noStrike"/>
                    </a:p>
                  </a:txBody>
                  <a:tcPr marT="45725" marB="45725" marR="91450" marL="91450">
                    <a:solidFill>
                      <a:srgbClr val="C5D8F1"/>
                    </a:solidFill>
                  </a:tcPr>
                </a:tc>
                <a:tc>
                  <a:txBody>
                    <a:bodyPr/>
                    <a:lstStyle/>
                    <a:p>
                      <a:pPr indent="0" lvl="0" marL="0" marR="0" rtl="0" algn="ctr">
                        <a:spcBef>
                          <a:spcPts val="0"/>
                        </a:spcBef>
                        <a:spcAft>
                          <a:spcPts val="0"/>
                        </a:spcAft>
                        <a:buNone/>
                      </a:pPr>
                      <a:r>
                        <a:t/>
                      </a:r>
                      <a:endParaRPr sz="4800" u="none" cap="none" strike="noStrike"/>
                    </a:p>
                  </a:txBody>
                  <a:tcPr marT="45725" marB="45725" marR="91450" marL="91450">
                    <a:solidFill>
                      <a:srgbClr val="C5D8F1"/>
                    </a:solidFill>
                  </a:tcPr>
                </a:tc>
                <a:tc>
                  <a:txBody>
                    <a:bodyPr/>
                    <a:lstStyle/>
                    <a:p>
                      <a:pPr indent="0" lvl="0" marL="0" marR="0" rtl="0" algn="ctr">
                        <a:spcBef>
                          <a:spcPts val="0"/>
                        </a:spcBef>
                        <a:spcAft>
                          <a:spcPts val="0"/>
                        </a:spcAft>
                        <a:buNone/>
                      </a:pPr>
                      <a:r>
                        <a:t/>
                      </a:r>
                      <a:endParaRPr sz="4800" u="none" cap="none" strike="noStrike"/>
                    </a:p>
                  </a:txBody>
                  <a:tcPr marT="45725" marB="45725" marR="91450" marL="91450">
                    <a:solidFill>
                      <a:srgbClr val="C5D8F1"/>
                    </a:solidFill>
                  </a:tcPr>
                </a:tc>
              </a:tr>
              <a:tr h="717650">
                <a:tc>
                  <a:txBody>
                    <a:bodyPr/>
                    <a:lstStyle/>
                    <a:p>
                      <a:pPr indent="0" lvl="0" marL="0" marR="0" rtl="0" algn="ctr">
                        <a:spcBef>
                          <a:spcPts val="0"/>
                        </a:spcBef>
                        <a:spcAft>
                          <a:spcPts val="0"/>
                        </a:spcAft>
                        <a:buNone/>
                      </a:pPr>
                      <a:r>
                        <a:t/>
                      </a:r>
                      <a:endParaRPr sz="4800" u="none" cap="none" strike="noStrike"/>
                    </a:p>
                  </a:txBody>
                  <a:tcPr marT="45725" marB="45725" marR="91450" marL="91450">
                    <a:solidFill>
                      <a:srgbClr val="C5D8F1"/>
                    </a:solidFill>
                  </a:tcPr>
                </a:tc>
                <a:tc>
                  <a:txBody>
                    <a:bodyPr/>
                    <a:lstStyle/>
                    <a:p>
                      <a:pPr indent="0" lvl="0" marL="0" marR="0" rtl="0" algn="ctr">
                        <a:spcBef>
                          <a:spcPts val="0"/>
                        </a:spcBef>
                        <a:spcAft>
                          <a:spcPts val="0"/>
                        </a:spcAft>
                        <a:buNone/>
                      </a:pPr>
                      <a:r>
                        <a:t/>
                      </a:r>
                      <a:endParaRPr sz="4800" u="none" cap="none" strike="noStrike"/>
                    </a:p>
                  </a:txBody>
                  <a:tcPr marT="45725" marB="45725" marR="91450" marL="91450">
                    <a:solidFill>
                      <a:srgbClr val="C5D8F1"/>
                    </a:solidFill>
                  </a:tcPr>
                </a:tc>
                <a:tc>
                  <a:txBody>
                    <a:bodyPr/>
                    <a:lstStyle/>
                    <a:p>
                      <a:pPr indent="0" lvl="0" marL="0" marR="0" rtl="0" algn="ctr">
                        <a:spcBef>
                          <a:spcPts val="0"/>
                        </a:spcBef>
                        <a:spcAft>
                          <a:spcPts val="0"/>
                        </a:spcAft>
                        <a:buNone/>
                      </a:pPr>
                      <a:r>
                        <a:t/>
                      </a:r>
                      <a:endParaRPr sz="4800" u="none" cap="none" strike="noStrike"/>
                    </a:p>
                  </a:txBody>
                  <a:tcPr marT="45725" marB="45725" marR="91450" marL="91450">
                    <a:solidFill>
                      <a:srgbClr val="C5D8F1"/>
                    </a:solidFill>
                  </a:tcPr>
                </a:tc>
              </a:tr>
            </a:tbl>
          </a:graphicData>
        </a:graphic>
      </p:graphicFrame>
      <p:graphicFrame>
        <p:nvGraphicFramePr>
          <p:cNvPr id="129" name="Google Shape;129;p5"/>
          <p:cNvGraphicFramePr/>
          <p:nvPr/>
        </p:nvGraphicFramePr>
        <p:xfrm>
          <a:off x="6529631" y="4009869"/>
          <a:ext cx="3000000" cy="3000000"/>
        </p:xfrm>
        <a:graphic>
          <a:graphicData uri="http://schemas.openxmlformats.org/drawingml/2006/table">
            <a:tbl>
              <a:tblPr bandRow="1" firstRow="1">
                <a:noFill/>
                <a:tableStyleId>{CC6623F7-FD46-4170-9833-6D3543AD114E}</a:tableStyleId>
              </a:tblPr>
              <a:tblGrid>
                <a:gridCol w="944100"/>
              </a:tblGrid>
              <a:tr h="856850">
                <a:tc>
                  <a:txBody>
                    <a:bodyPr/>
                    <a:lstStyle/>
                    <a:p>
                      <a:pPr indent="0" lvl="0" marL="0" marR="0" rtl="0" algn="ctr">
                        <a:spcBef>
                          <a:spcPts val="0"/>
                        </a:spcBef>
                        <a:spcAft>
                          <a:spcPts val="0"/>
                        </a:spcAft>
                        <a:buNone/>
                      </a:pPr>
                      <a:r>
                        <a:rPr lang="en-US" sz="4400" u="none" cap="none" strike="noStrike">
                          <a:solidFill>
                            <a:schemeClr val="dk1"/>
                          </a:solidFill>
                        </a:rPr>
                        <a:t>X</a:t>
                      </a:r>
                      <a:endParaRPr/>
                    </a:p>
                  </a:txBody>
                  <a:tcPr marT="45725" marB="45725" marR="91450" marL="91450">
                    <a:solidFill>
                      <a:srgbClr val="B7CCE4"/>
                    </a:solidFill>
                  </a:tcPr>
                </a:tc>
              </a:tr>
            </a:tbl>
          </a:graphicData>
        </a:graphic>
      </p:graphicFrame>
      <p:graphicFrame>
        <p:nvGraphicFramePr>
          <p:cNvPr id="130" name="Google Shape;130;p5"/>
          <p:cNvGraphicFramePr/>
          <p:nvPr/>
        </p:nvGraphicFramePr>
        <p:xfrm>
          <a:off x="6525197" y="3182525"/>
          <a:ext cx="3000000" cy="3000000"/>
        </p:xfrm>
        <a:graphic>
          <a:graphicData uri="http://schemas.openxmlformats.org/drawingml/2006/table">
            <a:tbl>
              <a:tblPr bandRow="1" firstRow="1">
                <a:noFill/>
                <a:tableStyleId>{CC6623F7-FD46-4170-9833-6D3543AD114E}</a:tableStyleId>
              </a:tblPr>
              <a:tblGrid>
                <a:gridCol w="944100"/>
              </a:tblGrid>
              <a:tr h="826575">
                <a:tc>
                  <a:txBody>
                    <a:bodyPr/>
                    <a:lstStyle/>
                    <a:p>
                      <a:pPr indent="0" lvl="0" marL="0" marR="0" rtl="0" algn="ctr">
                        <a:spcBef>
                          <a:spcPts val="0"/>
                        </a:spcBef>
                        <a:spcAft>
                          <a:spcPts val="0"/>
                        </a:spcAft>
                        <a:buNone/>
                      </a:pPr>
                      <a:r>
                        <a:rPr lang="en-US" sz="4400" u="none" cap="none" strike="noStrike">
                          <a:solidFill>
                            <a:schemeClr val="dk1"/>
                          </a:solidFill>
                        </a:rPr>
                        <a:t>X</a:t>
                      </a:r>
                      <a:endParaRPr/>
                    </a:p>
                  </a:txBody>
                  <a:tcPr marT="45725" marB="45725" marR="91450" marL="91450">
                    <a:solidFill>
                      <a:srgbClr val="B7CCE4"/>
                    </a:solidFill>
                  </a:tcPr>
                </a:tc>
              </a:tr>
            </a:tbl>
          </a:graphicData>
        </a:graphic>
      </p:graphicFrame>
      <p:graphicFrame>
        <p:nvGraphicFramePr>
          <p:cNvPr id="131" name="Google Shape;131;p5"/>
          <p:cNvGraphicFramePr/>
          <p:nvPr/>
        </p:nvGraphicFramePr>
        <p:xfrm>
          <a:off x="7512502" y="2374313"/>
          <a:ext cx="3000000" cy="3000000"/>
        </p:xfrm>
        <a:graphic>
          <a:graphicData uri="http://schemas.openxmlformats.org/drawingml/2006/table">
            <a:tbl>
              <a:tblPr bandRow="1" firstRow="1">
                <a:noFill/>
                <a:tableStyleId>{CC6623F7-FD46-4170-9833-6D3543AD114E}</a:tableStyleId>
              </a:tblPr>
              <a:tblGrid>
                <a:gridCol w="944100"/>
              </a:tblGrid>
              <a:tr h="856850">
                <a:tc>
                  <a:txBody>
                    <a:bodyPr/>
                    <a:lstStyle/>
                    <a:p>
                      <a:pPr indent="0" lvl="0" marL="0" marR="0" rtl="0" algn="ctr">
                        <a:spcBef>
                          <a:spcPts val="0"/>
                        </a:spcBef>
                        <a:spcAft>
                          <a:spcPts val="0"/>
                        </a:spcAft>
                        <a:buNone/>
                      </a:pPr>
                      <a:r>
                        <a:rPr lang="en-US" sz="4400" u="none" cap="none" strike="noStrike">
                          <a:solidFill>
                            <a:schemeClr val="dk1"/>
                          </a:solidFill>
                        </a:rPr>
                        <a:t>O</a:t>
                      </a:r>
                      <a:endParaRPr/>
                    </a:p>
                  </a:txBody>
                  <a:tcPr marT="45725" marB="45725" marR="91450" marL="91450">
                    <a:solidFill>
                      <a:srgbClr val="B7CCE4"/>
                    </a:solidFill>
                  </a:tcPr>
                </a:tc>
              </a:tr>
            </a:tbl>
          </a:graphicData>
        </a:graphic>
      </p:graphicFrame>
      <p:graphicFrame>
        <p:nvGraphicFramePr>
          <p:cNvPr id="132" name="Google Shape;132;p5"/>
          <p:cNvGraphicFramePr/>
          <p:nvPr/>
        </p:nvGraphicFramePr>
        <p:xfrm>
          <a:off x="5548458" y="3219066"/>
          <a:ext cx="3000000" cy="3000000"/>
        </p:xfrm>
        <a:graphic>
          <a:graphicData uri="http://schemas.openxmlformats.org/drawingml/2006/table">
            <a:tbl>
              <a:tblPr bandRow="1" firstRow="1">
                <a:noFill/>
                <a:tableStyleId>{CC6623F7-FD46-4170-9833-6D3543AD114E}</a:tableStyleId>
              </a:tblPr>
              <a:tblGrid>
                <a:gridCol w="944100"/>
              </a:tblGrid>
              <a:tr h="790025">
                <a:tc>
                  <a:txBody>
                    <a:bodyPr/>
                    <a:lstStyle/>
                    <a:p>
                      <a:pPr indent="0" lvl="0" marL="0" marR="0" rtl="0" algn="ctr">
                        <a:spcBef>
                          <a:spcPts val="0"/>
                        </a:spcBef>
                        <a:spcAft>
                          <a:spcPts val="0"/>
                        </a:spcAft>
                        <a:buNone/>
                      </a:pPr>
                      <a:r>
                        <a:rPr lang="en-US" sz="4400" u="none" cap="none" strike="noStrike">
                          <a:solidFill>
                            <a:schemeClr val="dk1"/>
                          </a:solidFill>
                        </a:rPr>
                        <a:t>O</a:t>
                      </a:r>
                      <a:endParaRPr/>
                    </a:p>
                  </a:txBody>
                  <a:tcPr marT="45725" marB="45725" marR="91450" marL="91450">
                    <a:solidFill>
                      <a:srgbClr val="B7CCE4"/>
                    </a:solidFill>
                  </a:tcPr>
                </a:tc>
              </a:tr>
            </a:tbl>
          </a:graphicData>
        </a:graphic>
      </p:graphicFrame>
      <p:graphicFrame>
        <p:nvGraphicFramePr>
          <p:cNvPr id="133" name="Google Shape;133;p5"/>
          <p:cNvGraphicFramePr/>
          <p:nvPr/>
        </p:nvGraphicFramePr>
        <p:xfrm>
          <a:off x="5548802" y="4018847"/>
          <a:ext cx="3000000" cy="3000000"/>
        </p:xfrm>
        <a:graphic>
          <a:graphicData uri="http://schemas.openxmlformats.org/drawingml/2006/table">
            <a:tbl>
              <a:tblPr bandRow="1" firstRow="1">
                <a:noFill/>
                <a:tableStyleId>{CC6623F7-FD46-4170-9833-6D3543AD114E}</a:tableStyleId>
              </a:tblPr>
              <a:tblGrid>
                <a:gridCol w="944100"/>
              </a:tblGrid>
              <a:tr h="856850">
                <a:tc>
                  <a:txBody>
                    <a:bodyPr/>
                    <a:lstStyle/>
                    <a:p>
                      <a:pPr indent="0" lvl="0" marL="0" marR="0" rtl="0" algn="ctr">
                        <a:spcBef>
                          <a:spcPts val="0"/>
                        </a:spcBef>
                        <a:spcAft>
                          <a:spcPts val="0"/>
                        </a:spcAft>
                        <a:buNone/>
                      </a:pPr>
                      <a:r>
                        <a:rPr lang="en-US" sz="4400" u="none" cap="none" strike="noStrike">
                          <a:solidFill>
                            <a:schemeClr val="dk1"/>
                          </a:solidFill>
                        </a:rPr>
                        <a:t>X</a:t>
                      </a:r>
                      <a:endParaRPr/>
                    </a:p>
                  </a:txBody>
                  <a:tcPr marT="45725" marB="45725" marR="91450" marL="91450">
                    <a:solidFill>
                      <a:srgbClr val="B7CCE4"/>
                    </a:solidFill>
                  </a:tcPr>
                </a:tc>
              </a:tr>
            </a:tbl>
          </a:graphicData>
        </a:graphic>
      </p:graphicFrame>
      <p:graphicFrame>
        <p:nvGraphicFramePr>
          <p:cNvPr id="134" name="Google Shape;134;p5"/>
          <p:cNvGraphicFramePr/>
          <p:nvPr/>
        </p:nvGraphicFramePr>
        <p:xfrm>
          <a:off x="7503813" y="3231154"/>
          <a:ext cx="3000000" cy="3000000"/>
        </p:xfrm>
        <a:graphic>
          <a:graphicData uri="http://schemas.openxmlformats.org/drawingml/2006/table">
            <a:tbl>
              <a:tblPr bandRow="1" firstRow="1">
                <a:noFill/>
                <a:tableStyleId>{CC6623F7-FD46-4170-9833-6D3543AD114E}</a:tableStyleId>
              </a:tblPr>
              <a:tblGrid>
                <a:gridCol w="944100"/>
              </a:tblGrid>
              <a:tr h="856850">
                <a:tc>
                  <a:txBody>
                    <a:bodyPr/>
                    <a:lstStyle/>
                    <a:p>
                      <a:pPr indent="0" lvl="0" marL="0" marR="0" rtl="0" algn="ctr">
                        <a:spcBef>
                          <a:spcPts val="0"/>
                        </a:spcBef>
                        <a:spcAft>
                          <a:spcPts val="0"/>
                        </a:spcAft>
                        <a:buNone/>
                      </a:pPr>
                      <a:r>
                        <a:rPr lang="en-US" sz="4400" u="none" cap="none" strike="noStrike">
                          <a:solidFill>
                            <a:schemeClr val="dk1"/>
                          </a:solidFill>
                        </a:rPr>
                        <a:t>X</a:t>
                      </a:r>
                      <a:endParaRPr/>
                    </a:p>
                  </a:txBody>
                  <a:tcPr marT="45725" marB="45725" marR="91450" marL="91450">
                    <a:solidFill>
                      <a:srgbClr val="B7CCE4"/>
                    </a:solidFill>
                  </a:tcPr>
                </a:tc>
              </a:tr>
            </a:tbl>
          </a:graphicData>
        </a:graphic>
      </p:graphicFrame>
      <p:graphicFrame>
        <p:nvGraphicFramePr>
          <p:cNvPr id="135" name="Google Shape;135;p5"/>
          <p:cNvGraphicFramePr/>
          <p:nvPr/>
        </p:nvGraphicFramePr>
        <p:xfrm>
          <a:off x="5549974" y="2366181"/>
          <a:ext cx="3000000" cy="3000000"/>
        </p:xfrm>
        <a:graphic>
          <a:graphicData uri="http://schemas.openxmlformats.org/drawingml/2006/table">
            <a:tbl>
              <a:tblPr bandRow="1" firstRow="1">
                <a:noFill/>
                <a:tableStyleId>{CC6623F7-FD46-4170-9833-6D3543AD114E}</a:tableStyleId>
              </a:tblPr>
              <a:tblGrid>
                <a:gridCol w="944100"/>
              </a:tblGrid>
              <a:tr h="856850">
                <a:tc>
                  <a:txBody>
                    <a:bodyPr/>
                    <a:lstStyle/>
                    <a:p>
                      <a:pPr indent="0" lvl="0" marL="0" marR="0" rtl="0" algn="ctr">
                        <a:spcBef>
                          <a:spcPts val="0"/>
                        </a:spcBef>
                        <a:spcAft>
                          <a:spcPts val="0"/>
                        </a:spcAft>
                        <a:buNone/>
                      </a:pPr>
                      <a:r>
                        <a:rPr lang="en-US" sz="4400" u="none" cap="none" strike="noStrike">
                          <a:solidFill>
                            <a:schemeClr val="dk1"/>
                          </a:solidFill>
                        </a:rPr>
                        <a:t>X</a:t>
                      </a:r>
                      <a:endParaRPr/>
                    </a:p>
                  </a:txBody>
                  <a:tcPr marT="45725" marB="45725" marR="91450" marL="91450">
                    <a:solidFill>
                      <a:srgbClr val="B7CCE4"/>
                    </a:solidFill>
                  </a:tcPr>
                </a:tc>
              </a:tr>
            </a:tbl>
          </a:graphicData>
        </a:graphic>
      </p:graphicFrame>
      <p:graphicFrame>
        <p:nvGraphicFramePr>
          <p:cNvPr id="136" name="Google Shape;136;p5"/>
          <p:cNvGraphicFramePr/>
          <p:nvPr/>
        </p:nvGraphicFramePr>
        <p:xfrm>
          <a:off x="6539601" y="2366182"/>
          <a:ext cx="3000000" cy="3000000"/>
        </p:xfrm>
        <a:graphic>
          <a:graphicData uri="http://schemas.openxmlformats.org/drawingml/2006/table">
            <a:tbl>
              <a:tblPr bandRow="1" firstRow="1">
                <a:noFill/>
                <a:tableStyleId>{CC6623F7-FD46-4170-9833-6D3543AD114E}</a:tableStyleId>
              </a:tblPr>
              <a:tblGrid>
                <a:gridCol w="944100"/>
              </a:tblGrid>
              <a:tr h="856850">
                <a:tc>
                  <a:txBody>
                    <a:bodyPr/>
                    <a:lstStyle/>
                    <a:p>
                      <a:pPr indent="0" lvl="0" marL="0" marR="0" rtl="0" algn="ctr">
                        <a:spcBef>
                          <a:spcPts val="0"/>
                        </a:spcBef>
                        <a:spcAft>
                          <a:spcPts val="0"/>
                        </a:spcAft>
                        <a:buNone/>
                      </a:pPr>
                      <a:r>
                        <a:rPr lang="en-US" sz="4400" u="none" cap="none" strike="noStrike">
                          <a:solidFill>
                            <a:schemeClr val="dk1"/>
                          </a:solidFill>
                        </a:rPr>
                        <a:t>O</a:t>
                      </a:r>
                      <a:endParaRPr/>
                    </a:p>
                  </a:txBody>
                  <a:tcPr marT="45725" marB="45725" marR="91450" marL="91450">
                    <a:solidFill>
                      <a:srgbClr val="B7CCE4"/>
                    </a:solidFill>
                  </a:tcPr>
                </a:tc>
              </a:tr>
            </a:tbl>
          </a:graphicData>
        </a:graphic>
      </p:graphicFrame>
      <p:graphicFrame>
        <p:nvGraphicFramePr>
          <p:cNvPr id="137" name="Google Shape;137;p5"/>
          <p:cNvGraphicFramePr/>
          <p:nvPr/>
        </p:nvGraphicFramePr>
        <p:xfrm>
          <a:off x="7483753" y="4013045"/>
          <a:ext cx="3000000" cy="3000000"/>
        </p:xfrm>
        <a:graphic>
          <a:graphicData uri="http://schemas.openxmlformats.org/drawingml/2006/table">
            <a:tbl>
              <a:tblPr bandRow="1" firstRow="1">
                <a:noFill/>
                <a:tableStyleId>{CC6623F7-FD46-4170-9833-6D3543AD114E}</a:tableStyleId>
              </a:tblPr>
              <a:tblGrid>
                <a:gridCol w="944100"/>
              </a:tblGrid>
              <a:tr h="856850">
                <a:tc>
                  <a:txBody>
                    <a:bodyPr/>
                    <a:lstStyle/>
                    <a:p>
                      <a:pPr indent="0" lvl="0" marL="0" marR="0" rtl="0" algn="ctr">
                        <a:spcBef>
                          <a:spcPts val="0"/>
                        </a:spcBef>
                        <a:spcAft>
                          <a:spcPts val="0"/>
                        </a:spcAft>
                        <a:buNone/>
                      </a:pPr>
                      <a:r>
                        <a:rPr lang="en-US" sz="4400" u="none" cap="none" strike="noStrike">
                          <a:solidFill>
                            <a:schemeClr val="dk1"/>
                          </a:solidFill>
                        </a:rPr>
                        <a:t>O</a:t>
                      </a:r>
                      <a:endParaRPr/>
                    </a:p>
                  </a:txBody>
                  <a:tcPr marT="45725" marB="45725" marR="91450" marL="91450">
                    <a:solidFill>
                      <a:srgbClr val="B7CCE4"/>
                    </a:solidFill>
                  </a:tcPr>
                </a:tc>
              </a:tr>
            </a:tbl>
          </a:graphicData>
        </a:graphic>
      </p:graphicFrame>
      <p:graphicFrame>
        <p:nvGraphicFramePr>
          <p:cNvPr id="138" name="Google Shape;138;p5"/>
          <p:cNvGraphicFramePr/>
          <p:nvPr/>
        </p:nvGraphicFramePr>
        <p:xfrm>
          <a:off x="3723817" y="2810260"/>
          <a:ext cx="3000000" cy="3000000"/>
        </p:xfrm>
        <a:graphic>
          <a:graphicData uri="http://schemas.openxmlformats.org/drawingml/2006/table">
            <a:tbl>
              <a:tblPr bandRow="1" firstRow="1">
                <a:noFill/>
                <a:tableStyleId>{CC6623F7-FD46-4170-9833-6D3543AD114E}</a:tableStyleId>
              </a:tblPr>
              <a:tblGrid>
                <a:gridCol w="532500"/>
                <a:gridCol w="532500"/>
                <a:gridCol w="532500"/>
              </a:tblGrid>
              <a:tr h="473575">
                <a:tc>
                  <a:txBody>
                    <a:bodyPr/>
                    <a:lstStyle/>
                    <a:p>
                      <a:pPr indent="0" lvl="0" marL="0" marR="0" rtl="0" algn="l">
                        <a:spcBef>
                          <a:spcPts val="0"/>
                        </a:spcBef>
                        <a:spcAft>
                          <a:spcPts val="0"/>
                        </a:spcAft>
                        <a:buNone/>
                      </a:pPr>
                      <a:r>
                        <a:t/>
                      </a:r>
                      <a:endParaRPr sz="1800"/>
                    </a:p>
                  </a:txBody>
                  <a:tcPr marT="45725" marB="45725" marR="91450" marL="91450">
                    <a:solidFill>
                      <a:srgbClr val="B7CCE4"/>
                    </a:solidFill>
                  </a:tcPr>
                </a:tc>
                <a:tc>
                  <a:txBody>
                    <a:bodyPr/>
                    <a:lstStyle/>
                    <a:p>
                      <a:pPr indent="0" lvl="0" marL="0" marR="0" rtl="0" algn="l">
                        <a:spcBef>
                          <a:spcPts val="0"/>
                        </a:spcBef>
                        <a:spcAft>
                          <a:spcPts val="0"/>
                        </a:spcAft>
                        <a:buNone/>
                      </a:pPr>
                      <a:r>
                        <a:t/>
                      </a:r>
                      <a:endParaRPr sz="1800"/>
                    </a:p>
                  </a:txBody>
                  <a:tcPr marT="45725" marB="45725" marR="91450" marL="91450">
                    <a:solidFill>
                      <a:srgbClr val="B7CCE4"/>
                    </a:solidFill>
                  </a:tcPr>
                </a:tc>
                <a:tc>
                  <a:txBody>
                    <a:bodyPr/>
                    <a:lstStyle/>
                    <a:p>
                      <a:pPr indent="0" lvl="0" marL="0" marR="0" rtl="0" algn="l">
                        <a:spcBef>
                          <a:spcPts val="0"/>
                        </a:spcBef>
                        <a:spcAft>
                          <a:spcPts val="0"/>
                        </a:spcAft>
                        <a:buNone/>
                      </a:pPr>
                      <a:r>
                        <a:t/>
                      </a:r>
                      <a:endParaRPr sz="1800"/>
                    </a:p>
                  </a:txBody>
                  <a:tcPr marT="45725" marB="45725" marR="91450" marL="91450">
                    <a:solidFill>
                      <a:srgbClr val="B7CCE4"/>
                    </a:solidFill>
                  </a:tcPr>
                </a:tc>
              </a:tr>
              <a:tr h="473575">
                <a:tc>
                  <a:txBody>
                    <a:bodyPr/>
                    <a:lstStyle/>
                    <a:p>
                      <a:pPr indent="0" lvl="0" marL="0" marR="0" rtl="0" algn="l">
                        <a:spcBef>
                          <a:spcPts val="0"/>
                        </a:spcBef>
                        <a:spcAft>
                          <a:spcPts val="0"/>
                        </a:spcAft>
                        <a:buNone/>
                      </a:pPr>
                      <a:r>
                        <a:t/>
                      </a:r>
                      <a:endParaRPr sz="1800"/>
                    </a:p>
                  </a:txBody>
                  <a:tcPr marT="45725" marB="45725" marR="91450" marL="91450">
                    <a:solidFill>
                      <a:srgbClr val="B7CCE4"/>
                    </a:solidFill>
                  </a:tcPr>
                </a:tc>
                <a:tc>
                  <a:txBody>
                    <a:bodyPr/>
                    <a:lstStyle/>
                    <a:p>
                      <a:pPr indent="0" lvl="0" marL="0" marR="0" rtl="0" algn="ctr">
                        <a:spcBef>
                          <a:spcPts val="0"/>
                        </a:spcBef>
                        <a:spcAft>
                          <a:spcPts val="0"/>
                        </a:spcAft>
                        <a:buNone/>
                      </a:pPr>
                      <a:r>
                        <a:rPr lang="en-US" sz="3200"/>
                        <a:t>x</a:t>
                      </a:r>
                      <a:endParaRPr/>
                    </a:p>
                  </a:txBody>
                  <a:tcPr marT="45725" marB="45725" marR="91450" marL="91450">
                    <a:solidFill>
                      <a:srgbClr val="B7CCE4"/>
                    </a:solidFill>
                  </a:tcPr>
                </a:tc>
                <a:tc>
                  <a:txBody>
                    <a:bodyPr/>
                    <a:lstStyle/>
                    <a:p>
                      <a:pPr indent="0" lvl="0" marL="0" marR="0" rtl="0" algn="l">
                        <a:spcBef>
                          <a:spcPts val="0"/>
                        </a:spcBef>
                        <a:spcAft>
                          <a:spcPts val="0"/>
                        </a:spcAft>
                        <a:buNone/>
                      </a:pPr>
                      <a:r>
                        <a:t/>
                      </a:r>
                      <a:endParaRPr sz="1800"/>
                    </a:p>
                  </a:txBody>
                  <a:tcPr marT="45725" marB="45725" marR="91450" marL="91450">
                    <a:solidFill>
                      <a:srgbClr val="B7CCE4"/>
                    </a:solidFill>
                  </a:tcPr>
                </a:tc>
              </a:tr>
              <a:tr h="473575">
                <a:tc>
                  <a:txBody>
                    <a:bodyPr/>
                    <a:lstStyle/>
                    <a:p>
                      <a:pPr indent="0" lvl="0" marL="0" marR="0" rtl="0" algn="l">
                        <a:spcBef>
                          <a:spcPts val="0"/>
                        </a:spcBef>
                        <a:spcAft>
                          <a:spcPts val="0"/>
                        </a:spcAft>
                        <a:buNone/>
                      </a:pPr>
                      <a:r>
                        <a:t/>
                      </a:r>
                      <a:endParaRPr sz="1800"/>
                    </a:p>
                  </a:txBody>
                  <a:tcPr marT="45725" marB="45725" marR="91450" marL="91450">
                    <a:solidFill>
                      <a:srgbClr val="B7CCE4"/>
                    </a:solidFill>
                  </a:tcPr>
                </a:tc>
                <a:tc>
                  <a:txBody>
                    <a:bodyPr/>
                    <a:lstStyle/>
                    <a:p>
                      <a:pPr indent="0" lvl="0" marL="0" marR="0" rtl="0" algn="l">
                        <a:spcBef>
                          <a:spcPts val="0"/>
                        </a:spcBef>
                        <a:spcAft>
                          <a:spcPts val="0"/>
                        </a:spcAft>
                        <a:buNone/>
                      </a:pPr>
                      <a:r>
                        <a:t/>
                      </a:r>
                      <a:endParaRPr sz="1800"/>
                    </a:p>
                  </a:txBody>
                  <a:tcPr marT="45725" marB="45725" marR="91450" marL="91450">
                    <a:solidFill>
                      <a:srgbClr val="B7CCE4"/>
                    </a:solidFill>
                  </a:tcPr>
                </a:tc>
                <a:tc>
                  <a:txBody>
                    <a:bodyPr/>
                    <a:lstStyle/>
                    <a:p>
                      <a:pPr indent="0" lvl="0" marL="0" marR="0" rtl="0" algn="l">
                        <a:spcBef>
                          <a:spcPts val="0"/>
                        </a:spcBef>
                        <a:spcAft>
                          <a:spcPts val="0"/>
                        </a:spcAft>
                        <a:buNone/>
                      </a:pPr>
                      <a:r>
                        <a:t/>
                      </a:r>
                      <a:endParaRPr sz="1800"/>
                    </a:p>
                  </a:txBody>
                  <a:tcPr marT="45725" marB="45725" marR="91450" marL="91450">
                    <a:solidFill>
                      <a:srgbClr val="B7CCE4"/>
                    </a:solidFill>
                  </a:tcPr>
                </a:tc>
              </a:tr>
            </a:tbl>
          </a:graphicData>
        </a:graphic>
      </p:graphicFrame>
      <p:sp>
        <p:nvSpPr>
          <p:cNvPr id="139" name="Google Shape;139;p5"/>
          <p:cNvSpPr/>
          <p:nvPr/>
        </p:nvSpPr>
        <p:spPr>
          <a:xfrm>
            <a:off x="588999" y="5148339"/>
            <a:ext cx="7867595" cy="5078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700" u="none" cap="none" strike="noStrike">
                <a:solidFill>
                  <a:schemeClr val="dk1"/>
                </a:solidFill>
                <a:latin typeface="Calibri"/>
                <a:ea typeface="Calibri"/>
                <a:cs typeface="Calibri"/>
                <a:sym typeface="Calibri"/>
              </a:rPr>
              <a:t>Does the player have a winning strategy in this Game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6"/>
          <p:cNvSpPr txBox="1"/>
          <p:nvPr>
            <p:ph type="title"/>
          </p:nvPr>
        </p:nvSpPr>
        <p:spPr>
          <a:xfrm>
            <a:off x="611560" y="274638"/>
            <a:ext cx="7848872" cy="1143000"/>
          </a:xfrm>
          <a:prstGeom prst="rect">
            <a:avLst/>
          </a:prstGeom>
          <a:solidFill>
            <a:srgbClr val="DAEEF3"/>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Removal Games</a:t>
            </a:r>
            <a:endParaRPr/>
          </a:p>
        </p:txBody>
      </p:sp>
      <p:sp>
        <p:nvSpPr>
          <p:cNvPr id="145" name="Google Shape;145;p6"/>
          <p:cNvSpPr txBox="1"/>
          <p:nvPr>
            <p:ph idx="1" type="body"/>
          </p:nvPr>
        </p:nvSpPr>
        <p:spPr>
          <a:xfrm>
            <a:off x="611560" y="1600200"/>
            <a:ext cx="7848900" cy="4526100"/>
          </a:xfrm>
          <a:prstGeom prst="rect">
            <a:avLst/>
          </a:prstGeom>
          <a:blipFill rotWithShape="1">
            <a:blip r:embed="rId3">
              <a:alphaModFix/>
            </a:blip>
            <a:stretch>
              <a:fillRect b="0" l="-1940" r="-1939" t="-1615"/>
            </a:stretch>
          </a:blipFill>
          <a:ln>
            <a:noFill/>
          </a:ln>
        </p:spPr>
        <p:txBody>
          <a:bodyPr anchorCtr="0" anchor="t" bIns="45700" lIns="91425" spcFirstLastPara="1" rIns="91425" wrap="square" tIns="45700">
            <a:normAutofit/>
          </a:bodyPr>
          <a:lstStyle/>
          <a:p>
            <a:pPr indent="0" lvl="0" marL="342900" rtl="0" algn="l">
              <a:spcBef>
                <a:spcPts val="0"/>
              </a:spcBef>
              <a:spcAft>
                <a:spcPts val="0"/>
              </a:spcAft>
              <a:buNone/>
            </a:pPr>
            <a:r>
              <a:rPr lang="en-US"/>
              <a:t> </a:t>
            </a:r>
            <a:endParaRPr/>
          </a:p>
        </p:txBody>
      </p:sp>
      <p:sp>
        <p:nvSpPr>
          <p:cNvPr id="146" name="Google Shape;146;p6"/>
          <p:cNvSpPr txBox="1"/>
          <p:nvPr/>
        </p:nvSpPr>
        <p:spPr>
          <a:xfrm>
            <a:off x="611560" y="4725144"/>
            <a:ext cx="7848872" cy="1477328"/>
          </a:xfrm>
          <a:prstGeom prst="rect">
            <a:avLst/>
          </a:prstGeom>
          <a:solidFill>
            <a:srgbClr val="FDE9D8"/>
          </a:solid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Calibri"/>
                <a:ea typeface="Calibri"/>
                <a:cs typeface="Calibri"/>
                <a:sym typeface="Calibri"/>
              </a:rPr>
              <a:t>Suppose there are 13 sticks. A starts by removing one stick, leaving 12 sticks and whenever B removes one stick then A will remove 2 sticks but if B removes two sticks, A follows by removing one stick. It means the number of sticks left is always multiple of 3. B will not be the last person to move.  So this is the winning strategy of A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7"/>
          <p:cNvSpPr txBox="1"/>
          <p:nvPr>
            <p:ph type="title"/>
          </p:nvPr>
        </p:nvSpPr>
        <p:spPr>
          <a:xfrm>
            <a:off x="611560" y="274638"/>
            <a:ext cx="7848872" cy="1143000"/>
          </a:xfrm>
          <a:prstGeom prst="rect">
            <a:avLst/>
          </a:prstGeom>
          <a:solidFill>
            <a:srgbClr val="DAEEF3"/>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Exercises</a:t>
            </a:r>
            <a:endParaRPr/>
          </a:p>
        </p:txBody>
      </p:sp>
      <p:sp>
        <p:nvSpPr>
          <p:cNvPr id="153" name="Google Shape;153;p7"/>
          <p:cNvSpPr txBox="1"/>
          <p:nvPr>
            <p:ph idx="1" type="body"/>
          </p:nvPr>
        </p:nvSpPr>
        <p:spPr>
          <a:xfrm>
            <a:off x="608072" y="2083707"/>
            <a:ext cx="7848872" cy="3849292"/>
          </a:xfrm>
          <a:prstGeom prst="rect">
            <a:avLst/>
          </a:prstGeom>
          <a:blipFill rotWithShape="1">
            <a:blip r:embed="rId3">
              <a:alphaModFix/>
            </a:blip>
            <a:stretch>
              <a:fillRect b="0" l="-854" r="-775" t="-1108"/>
            </a:stretch>
          </a:blip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200"/>
              <a:buChar char="•"/>
            </a:pPr>
            <a:r>
              <a:rPr lang="en-US"/>
              <a:t> </a:t>
            </a:r>
            <a:endParaRPr/>
          </a:p>
        </p:txBody>
      </p:sp>
      <p:sp>
        <p:nvSpPr>
          <p:cNvPr id="154" name="Google Shape;154;p7"/>
          <p:cNvSpPr txBox="1"/>
          <p:nvPr/>
        </p:nvSpPr>
        <p:spPr>
          <a:xfrm>
            <a:off x="608072" y="1554867"/>
            <a:ext cx="7848872" cy="4924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chemeClr val="dk1"/>
                </a:solidFill>
                <a:latin typeface="Calibri"/>
                <a:ea typeface="Calibri"/>
                <a:cs typeface="Calibri"/>
                <a:sym typeface="Calibri"/>
              </a:rPr>
              <a:t>Find a winning or non-losing strategies of these games</a:t>
            </a:r>
            <a:endParaRPr/>
          </a:p>
        </p:txBody>
      </p:sp>
      <p:sp>
        <p:nvSpPr>
          <p:cNvPr id="155" name="Google Shape;155;p7"/>
          <p:cNvSpPr txBox="1"/>
          <p:nvPr/>
        </p:nvSpPr>
        <p:spPr>
          <a:xfrm>
            <a:off x="7524328" y="2708920"/>
            <a:ext cx="8098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B wins</a:t>
            </a:r>
            <a:endParaRPr/>
          </a:p>
        </p:txBody>
      </p:sp>
      <p:sp>
        <p:nvSpPr>
          <p:cNvPr id="156" name="Google Shape;156;p7"/>
          <p:cNvSpPr txBox="1"/>
          <p:nvPr/>
        </p:nvSpPr>
        <p:spPr>
          <a:xfrm>
            <a:off x="7524327" y="3951627"/>
            <a:ext cx="8098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B wins</a:t>
            </a:r>
            <a:endParaRPr/>
          </a:p>
        </p:txBody>
      </p:sp>
      <p:sp>
        <p:nvSpPr>
          <p:cNvPr id="157" name="Google Shape;157;p7"/>
          <p:cNvSpPr txBox="1"/>
          <p:nvPr/>
        </p:nvSpPr>
        <p:spPr>
          <a:xfrm>
            <a:off x="7514709" y="3059668"/>
            <a:ext cx="8194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A wins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8"/>
          <p:cNvSpPr txBox="1"/>
          <p:nvPr>
            <p:ph idx="1" type="body"/>
          </p:nvPr>
        </p:nvSpPr>
        <p:spPr>
          <a:xfrm>
            <a:off x="611560" y="476672"/>
            <a:ext cx="7848872" cy="5649491"/>
          </a:xfrm>
          <a:prstGeom prst="rect">
            <a:avLst/>
          </a:prstGeom>
          <a:noFill/>
          <a:ln>
            <a:noFill/>
          </a:ln>
        </p:spPr>
        <p:txBody>
          <a:bodyPr anchorCtr="0" anchor="t" bIns="45700" lIns="91425" spcFirstLastPara="1" rIns="91425" wrap="square" tIns="45700">
            <a:normAutofit/>
          </a:bodyPr>
          <a:lstStyle/>
          <a:p>
            <a:pPr indent="-457200" lvl="0" marL="457200" rtl="0" algn="just">
              <a:spcBef>
                <a:spcPts val="0"/>
              </a:spcBef>
              <a:spcAft>
                <a:spcPts val="0"/>
              </a:spcAft>
              <a:buClr>
                <a:schemeClr val="dk1"/>
              </a:buClr>
              <a:buSzPts val="2000"/>
              <a:buFont typeface="Calibri"/>
              <a:buAutoNum type="arabicPeriod" startAt="5"/>
            </a:pPr>
            <a:r>
              <a:rPr lang="en-US" sz="2000"/>
              <a:t>An 8 x 8 checkerboard contains 64 one-inch squares. Two players take turns covering two adjacent squares with 1 x 2 inch dominoes. The game is played until no further move is possible. The last person to move is the winner.  	</a:t>
            </a:r>
            <a:endParaRPr b="1" sz="2000">
              <a:solidFill>
                <a:srgbClr val="FF0000"/>
              </a:solidFill>
            </a:endParaRPr>
          </a:p>
          <a:p>
            <a:pPr indent="-457200" lvl="0" marL="457200" rtl="0" algn="just">
              <a:spcBef>
                <a:spcPts val="400"/>
              </a:spcBef>
              <a:spcAft>
                <a:spcPts val="0"/>
              </a:spcAft>
              <a:buClr>
                <a:schemeClr val="dk1"/>
              </a:buClr>
              <a:buSzPts val="2000"/>
              <a:buFont typeface="Calibri"/>
              <a:buAutoNum type="arabicPeriod" startAt="5"/>
            </a:pPr>
            <a:r>
              <a:rPr lang="en-US" sz="2000"/>
              <a:t>Consider 25 sticks are arranged In a 5 x 5 square. Players alternately take any number of sticks  from a single row or column. At least one stick must be taken. There is an additional  restriction that a group of sticks can not be taken in one moves if there is a gap between the sticks. The last person to move win. 	</a:t>
            </a:r>
            <a:endParaRPr b="1" sz="2000">
              <a:solidFill>
                <a:srgbClr val="FF0000"/>
              </a:solidFill>
            </a:endParaRPr>
          </a:p>
          <a:p>
            <a:pPr indent="-457200" lvl="0" marL="457200" rtl="0" algn="just">
              <a:spcBef>
                <a:spcPts val="400"/>
              </a:spcBef>
              <a:spcAft>
                <a:spcPts val="0"/>
              </a:spcAft>
              <a:buClr>
                <a:schemeClr val="dk1"/>
              </a:buClr>
              <a:buSzPts val="2000"/>
              <a:buFont typeface="Calibri"/>
              <a:buAutoNum type="arabicPeriod" startAt="5"/>
            </a:pPr>
            <a:r>
              <a:rPr lang="en-US" sz="2000"/>
              <a:t>From an ordinary deck cards, the spades from the ace to the nine are placed on a table. Two players choose in turn from these cards. A card has been chosen, cannot be chosen again. A winner is the first player to get three cards adding up to fifteen. 	</a:t>
            </a:r>
            <a:endParaRPr/>
          </a:p>
        </p:txBody>
      </p:sp>
      <p:graphicFrame>
        <p:nvGraphicFramePr>
          <p:cNvPr id="163" name="Google Shape;163;p8"/>
          <p:cNvGraphicFramePr/>
          <p:nvPr/>
        </p:nvGraphicFramePr>
        <p:xfrm>
          <a:off x="2987824" y="4793218"/>
          <a:ext cx="3000000" cy="3000000"/>
        </p:xfrm>
        <a:graphic>
          <a:graphicData uri="http://schemas.openxmlformats.org/drawingml/2006/table">
            <a:tbl>
              <a:tblPr bandRow="1" firstRow="1">
                <a:noFill/>
                <a:tableStyleId>{CC6623F7-FD46-4170-9833-6D3543AD114E}</a:tableStyleId>
              </a:tblPr>
              <a:tblGrid>
                <a:gridCol w="487950"/>
                <a:gridCol w="487950"/>
                <a:gridCol w="487950"/>
              </a:tblGrid>
              <a:tr h="365300">
                <a:tc>
                  <a:txBody>
                    <a:bodyPr/>
                    <a:lstStyle/>
                    <a:p>
                      <a:pPr indent="0" lvl="0" marL="0" marR="0" rtl="0" algn="ctr">
                        <a:spcBef>
                          <a:spcPts val="0"/>
                        </a:spcBef>
                        <a:spcAft>
                          <a:spcPts val="0"/>
                        </a:spcAft>
                        <a:buNone/>
                      </a:pPr>
                      <a:r>
                        <a:rPr b="1" lang="en-US" sz="1800">
                          <a:solidFill>
                            <a:schemeClr val="dk1"/>
                          </a:solidFill>
                        </a:rPr>
                        <a:t>2</a:t>
                      </a:r>
                      <a:endParaRPr/>
                    </a:p>
                  </a:txBody>
                  <a:tcPr marT="45725" marB="45725" marR="91450" marL="91450">
                    <a:solidFill>
                      <a:srgbClr val="C5D8F1"/>
                    </a:solidFill>
                  </a:tcPr>
                </a:tc>
                <a:tc>
                  <a:txBody>
                    <a:bodyPr/>
                    <a:lstStyle/>
                    <a:p>
                      <a:pPr indent="0" lvl="0" marL="0" marR="0" rtl="0" algn="ctr">
                        <a:spcBef>
                          <a:spcPts val="0"/>
                        </a:spcBef>
                        <a:spcAft>
                          <a:spcPts val="0"/>
                        </a:spcAft>
                        <a:buNone/>
                      </a:pPr>
                      <a:r>
                        <a:rPr b="1" lang="en-US" sz="1800">
                          <a:solidFill>
                            <a:schemeClr val="dk1"/>
                          </a:solidFill>
                        </a:rPr>
                        <a:t>7</a:t>
                      </a:r>
                      <a:endParaRPr/>
                    </a:p>
                  </a:txBody>
                  <a:tcPr marT="45725" marB="45725" marR="91450" marL="91450">
                    <a:solidFill>
                      <a:srgbClr val="C5D8F1"/>
                    </a:solidFill>
                  </a:tcPr>
                </a:tc>
                <a:tc>
                  <a:txBody>
                    <a:bodyPr/>
                    <a:lstStyle/>
                    <a:p>
                      <a:pPr indent="0" lvl="0" marL="0" marR="0" rtl="0" algn="ctr">
                        <a:spcBef>
                          <a:spcPts val="0"/>
                        </a:spcBef>
                        <a:spcAft>
                          <a:spcPts val="0"/>
                        </a:spcAft>
                        <a:buNone/>
                      </a:pPr>
                      <a:r>
                        <a:rPr b="1" lang="en-US" sz="1800">
                          <a:solidFill>
                            <a:schemeClr val="dk1"/>
                          </a:solidFill>
                        </a:rPr>
                        <a:t>6</a:t>
                      </a:r>
                      <a:endParaRPr/>
                    </a:p>
                  </a:txBody>
                  <a:tcPr marT="45725" marB="45725" marR="91450" marL="91450">
                    <a:solidFill>
                      <a:srgbClr val="C5D8F1"/>
                    </a:solidFill>
                  </a:tcPr>
                </a:tc>
              </a:tr>
              <a:tr h="365300">
                <a:tc>
                  <a:txBody>
                    <a:bodyPr/>
                    <a:lstStyle/>
                    <a:p>
                      <a:pPr indent="0" lvl="0" marL="0" marR="0" rtl="0" algn="ctr">
                        <a:spcBef>
                          <a:spcPts val="0"/>
                        </a:spcBef>
                        <a:spcAft>
                          <a:spcPts val="0"/>
                        </a:spcAft>
                        <a:buNone/>
                      </a:pPr>
                      <a:r>
                        <a:rPr b="1" lang="en-US" sz="1800">
                          <a:solidFill>
                            <a:schemeClr val="dk1"/>
                          </a:solidFill>
                        </a:rPr>
                        <a:t>9</a:t>
                      </a:r>
                      <a:endParaRPr/>
                    </a:p>
                  </a:txBody>
                  <a:tcPr marT="45725" marB="45725" marR="91450" marL="91450">
                    <a:solidFill>
                      <a:srgbClr val="C5D8F1"/>
                    </a:solidFill>
                  </a:tcPr>
                </a:tc>
                <a:tc>
                  <a:txBody>
                    <a:bodyPr/>
                    <a:lstStyle/>
                    <a:p>
                      <a:pPr indent="0" lvl="0" marL="0" marR="0" rtl="0" algn="ctr">
                        <a:spcBef>
                          <a:spcPts val="0"/>
                        </a:spcBef>
                        <a:spcAft>
                          <a:spcPts val="0"/>
                        </a:spcAft>
                        <a:buNone/>
                      </a:pPr>
                      <a:r>
                        <a:rPr b="1" lang="en-US" sz="1800">
                          <a:solidFill>
                            <a:schemeClr val="dk1"/>
                          </a:solidFill>
                        </a:rPr>
                        <a:t>5</a:t>
                      </a:r>
                      <a:endParaRPr/>
                    </a:p>
                  </a:txBody>
                  <a:tcPr marT="45725" marB="45725" marR="91450" marL="91450">
                    <a:solidFill>
                      <a:srgbClr val="C5D8F1"/>
                    </a:solidFill>
                  </a:tcPr>
                </a:tc>
                <a:tc>
                  <a:txBody>
                    <a:bodyPr/>
                    <a:lstStyle/>
                    <a:p>
                      <a:pPr indent="0" lvl="0" marL="0" marR="0" rtl="0" algn="ctr">
                        <a:spcBef>
                          <a:spcPts val="0"/>
                        </a:spcBef>
                        <a:spcAft>
                          <a:spcPts val="0"/>
                        </a:spcAft>
                        <a:buNone/>
                      </a:pPr>
                      <a:r>
                        <a:rPr b="1" lang="en-US" sz="1800">
                          <a:solidFill>
                            <a:schemeClr val="dk1"/>
                          </a:solidFill>
                        </a:rPr>
                        <a:t>1</a:t>
                      </a:r>
                      <a:endParaRPr/>
                    </a:p>
                  </a:txBody>
                  <a:tcPr marT="45725" marB="45725" marR="91450" marL="91450">
                    <a:solidFill>
                      <a:srgbClr val="C5D8F1"/>
                    </a:solidFill>
                  </a:tcPr>
                </a:tc>
              </a:tr>
              <a:tr h="365300">
                <a:tc>
                  <a:txBody>
                    <a:bodyPr/>
                    <a:lstStyle/>
                    <a:p>
                      <a:pPr indent="0" lvl="0" marL="0" marR="0" rtl="0" algn="ctr">
                        <a:spcBef>
                          <a:spcPts val="0"/>
                        </a:spcBef>
                        <a:spcAft>
                          <a:spcPts val="0"/>
                        </a:spcAft>
                        <a:buNone/>
                      </a:pPr>
                      <a:r>
                        <a:rPr b="1" lang="en-US" sz="1800">
                          <a:solidFill>
                            <a:schemeClr val="dk1"/>
                          </a:solidFill>
                        </a:rPr>
                        <a:t>4</a:t>
                      </a:r>
                      <a:endParaRPr/>
                    </a:p>
                  </a:txBody>
                  <a:tcPr marT="45725" marB="45725" marR="91450" marL="91450">
                    <a:solidFill>
                      <a:srgbClr val="C5D8F1"/>
                    </a:solidFill>
                  </a:tcPr>
                </a:tc>
                <a:tc>
                  <a:txBody>
                    <a:bodyPr/>
                    <a:lstStyle/>
                    <a:p>
                      <a:pPr indent="0" lvl="0" marL="0" marR="0" rtl="0" algn="ctr">
                        <a:spcBef>
                          <a:spcPts val="0"/>
                        </a:spcBef>
                        <a:spcAft>
                          <a:spcPts val="0"/>
                        </a:spcAft>
                        <a:buNone/>
                      </a:pPr>
                      <a:r>
                        <a:rPr b="1" lang="en-US" sz="1800">
                          <a:solidFill>
                            <a:schemeClr val="dk1"/>
                          </a:solidFill>
                        </a:rPr>
                        <a:t>3</a:t>
                      </a:r>
                      <a:endParaRPr/>
                    </a:p>
                  </a:txBody>
                  <a:tcPr marT="45725" marB="45725" marR="91450" marL="91450">
                    <a:solidFill>
                      <a:srgbClr val="C5D8F1"/>
                    </a:solidFill>
                  </a:tcPr>
                </a:tc>
                <a:tc>
                  <a:txBody>
                    <a:bodyPr/>
                    <a:lstStyle/>
                    <a:p>
                      <a:pPr indent="0" lvl="0" marL="0" marR="0" rtl="0" algn="ctr">
                        <a:spcBef>
                          <a:spcPts val="0"/>
                        </a:spcBef>
                        <a:spcAft>
                          <a:spcPts val="0"/>
                        </a:spcAft>
                        <a:buNone/>
                      </a:pPr>
                      <a:r>
                        <a:rPr b="1" lang="en-US" sz="1800">
                          <a:solidFill>
                            <a:schemeClr val="dk1"/>
                          </a:solidFill>
                        </a:rPr>
                        <a:t>8</a:t>
                      </a:r>
                      <a:endParaRPr/>
                    </a:p>
                  </a:txBody>
                  <a:tcPr marT="45725" marB="45725" marR="91450" marL="91450">
                    <a:solidFill>
                      <a:srgbClr val="C5D8F1"/>
                    </a:solidFill>
                  </a:tcPr>
                </a:tc>
              </a:tr>
            </a:tbl>
          </a:graphicData>
        </a:graphic>
      </p:graphicFrame>
      <p:sp>
        <p:nvSpPr>
          <p:cNvPr id="164" name="Google Shape;164;p8"/>
          <p:cNvSpPr txBox="1"/>
          <p:nvPr/>
        </p:nvSpPr>
        <p:spPr>
          <a:xfrm>
            <a:off x="4716016" y="5157192"/>
            <a:ext cx="22286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Use this magic square</a:t>
            </a:r>
            <a:endParaRPr/>
          </a:p>
        </p:txBody>
      </p:sp>
      <p:sp>
        <p:nvSpPr>
          <p:cNvPr id="165" name="Google Shape;165;p8"/>
          <p:cNvSpPr txBox="1"/>
          <p:nvPr/>
        </p:nvSpPr>
        <p:spPr>
          <a:xfrm>
            <a:off x="7643699" y="1412776"/>
            <a:ext cx="8098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B wins</a:t>
            </a:r>
            <a:endParaRPr/>
          </a:p>
        </p:txBody>
      </p:sp>
      <p:sp>
        <p:nvSpPr>
          <p:cNvPr id="166" name="Google Shape;166;p8"/>
          <p:cNvSpPr txBox="1"/>
          <p:nvPr/>
        </p:nvSpPr>
        <p:spPr>
          <a:xfrm>
            <a:off x="7634081" y="2960684"/>
            <a:ext cx="8194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A wins</a:t>
            </a:r>
            <a:endParaRPr/>
          </a:p>
        </p:txBody>
      </p:sp>
      <p:sp>
        <p:nvSpPr>
          <p:cNvPr id="167" name="Google Shape;167;p8"/>
          <p:cNvSpPr/>
          <p:nvPr/>
        </p:nvSpPr>
        <p:spPr>
          <a:xfrm>
            <a:off x="6418748" y="4266120"/>
            <a:ext cx="203478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Non-losing strategy</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9"/>
          <p:cNvSpPr txBox="1"/>
          <p:nvPr>
            <p:ph type="title"/>
          </p:nvPr>
        </p:nvSpPr>
        <p:spPr>
          <a:xfrm>
            <a:off x="611560" y="274638"/>
            <a:ext cx="7848872" cy="1143000"/>
          </a:xfrm>
          <a:prstGeom prst="rect">
            <a:avLst/>
          </a:prstGeom>
          <a:solidFill>
            <a:srgbClr val="DAEEF3"/>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Game of Nim / Take</a:t>
            </a:r>
            <a:endParaRPr/>
          </a:p>
        </p:txBody>
      </p:sp>
      <p:sp>
        <p:nvSpPr>
          <p:cNvPr id="173" name="Google Shape;173;p9"/>
          <p:cNvSpPr txBox="1"/>
          <p:nvPr>
            <p:ph idx="1" type="body"/>
          </p:nvPr>
        </p:nvSpPr>
        <p:spPr>
          <a:xfrm>
            <a:off x="611560" y="1453612"/>
            <a:ext cx="7848872" cy="4525963"/>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2800"/>
              <a:buNone/>
            </a:pPr>
            <a:r>
              <a:rPr lang="en-US" sz="2800"/>
              <a:t>At the beginning of a game of Nim, there are one or more piles of objects. Different piles may contain different numbers of objects. The player alternately remove one or more objects from one of the piles (all of the objects in that pile may be taken). The last person to move wins.</a:t>
            </a:r>
            <a:endParaRPr/>
          </a:p>
          <a:p>
            <a:pPr indent="0" lvl="0" marL="0" rtl="0" algn="just">
              <a:spcBef>
                <a:spcPts val="1200"/>
              </a:spcBef>
              <a:spcAft>
                <a:spcPts val="0"/>
              </a:spcAft>
              <a:buClr>
                <a:schemeClr val="dk1"/>
              </a:buClr>
              <a:buSzPts val="2800"/>
              <a:buNone/>
            </a:pPr>
            <a:r>
              <a:rPr lang="en-US" sz="2800"/>
              <a:t>Example      First pile :  x  x</a:t>
            </a:r>
            <a:endParaRPr sz="2800"/>
          </a:p>
          <a:p>
            <a:pPr indent="0" lvl="0" marL="0" rtl="0" algn="just">
              <a:spcBef>
                <a:spcPts val="560"/>
              </a:spcBef>
              <a:spcAft>
                <a:spcPts val="0"/>
              </a:spcAft>
              <a:buClr>
                <a:schemeClr val="dk1"/>
              </a:buClr>
              <a:buSzPts val="2800"/>
              <a:buNone/>
            </a:pPr>
            <a:r>
              <a:rPr lang="en-US" sz="2800"/>
              <a:t>                Second pile :  x  x</a:t>
            </a:r>
            <a:endParaRPr sz="2800"/>
          </a:p>
          <a:p>
            <a:pPr indent="0" lvl="0" marL="0" rtl="0" algn="just">
              <a:spcBef>
                <a:spcPts val="400"/>
              </a:spcBef>
              <a:spcAft>
                <a:spcPts val="0"/>
              </a:spcAft>
              <a:buClr>
                <a:schemeClr val="dk1"/>
              </a:buClr>
              <a:buSzPts val="2000"/>
              <a:buNone/>
            </a:pPr>
            <a:r>
              <a:t/>
            </a:r>
            <a:endParaRPr sz="2000"/>
          </a:p>
        </p:txBody>
      </p:sp>
      <p:sp>
        <p:nvSpPr>
          <p:cNvPr id="174" name="Google Shape;174;p9"/>
          <p:cNvSpPr/>
          <p:nvPr/>
        </p:nvSpPr>
        <p:spPr>
          <a:xfrm>
            <a:off x="5123714" y="4761635"/>
            <a:ext cx="332982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400">
                <a:solidFill>
                  <a:schemeClr val="dk1"/>
                </a:solidFill>
                <a:latin typeface="Calibri"/>
                <a:ea typeface="Calibri"/>
                <a:cs typeface="Calibri"/>
                <a:sym typeface="Calibri"/>
              </a:rPr>
              <a:t>B  has winning strategy ? </a:t>
            </a:r>
            <a:endParaRPr/>
          </a:p>
        </p:txBody>
      </p:sp>
      <p:sp>
        <p:nvSpPr>
          <p:cNvPr id="175" name="Google Shape;175;p9"/>
          <p:cNvSpPr/>
          <p:nvPr/>
        </p:nvSpPr>
        <p:spPr>
          <a:xfrm>
            <a:off x="603767" y="5314581"/>
            <a:ext cx="7856665" cy="923330"/>
          </a:xfrm>
          <a:prstGeom prst="rect">
            <a:avLst/>
          </a:prstGeom>
          <a:noFill/>
          <a:ln>
            <a:noFill/>
          </a:ln>
        </p:spPr>
        <p:txBody>
          <a:bodyPr anchorCtr="0" anchor="t" bIns="45700" lIns="91425" spcFirstLastPara="1" rIns="91425" wrap="square" tIns="45700">
            <a:spAutoFit/>
          </a:bodyPr>
          <a:lstStyle/>
          <a:p>
            <a:pPr indent="-457200" lvl="0" marL="457200" marR="0" rtl="0" algn="just">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if A takes both objects from the first pile, then B removes both object from other pile. </a:t>
            </a:r>
            <a:endParaRPr/>
          </a:p>
          <a:p>
            <a:pPr indent="-457200" lvl="0" marL="457200" marR="0" rtl="0" algn="just">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If A takes one object from a pile. Then B takes one object from the other pile.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0"/>
          <p:cNvSpPr txBox="1"/>
          <p:nvPr>
            <p:ph idx="1" type="body"/>
          </p:nvPr>
        </p:nvSpPr>
        <p:spPr>
          <a:xfrm>
            <a:off x="611560" y="476672"/>
            <a:ext cx="7848872" cy="5649491"/>
          </a:xfrm>
          <a:prstGeom prst="rect">
            <a:avLst/>
          </a:prstGeom>
          <a:blipFill rotWithShape="1">
            <a:blip r:embed="rId3">
              <a:alphaModFix/>
            </a:blip>
            <a:stretch>
              <a:fillRect b="0" l="-853" r="0" t="-753"/>
            </a:stretch>
          </a:blip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200"/>
              <a:buChar char="•"/>
            </a:pPr>
            <a:r>
              <a:rPr lang="en-US"/>
              <a:t> </a:t>
            </a:r>
            <a:endParaRPr/>
          </a:p>
        </p:txBody>
      </p:sp>
      <p:sp>
        <p:nvSpPr>
          <p:cNvPr id="181" name="Google Shape;181;p10"/>
          <p:cNvSpPr/>
          <p:nvPr/>
        </p:nvSpPr>
        <p:spPr>
          <a:xfrm>
            <a:off x="683568" y="4853684"/>
            <a:ext cx="7848872" cy="1015663"/>
          </a:xfrm>
          <a:prstGeom prst="rect">
            <a:avLst/>
          </a:prstGeom>
          <a:solidFill>
            <a:srgbClr val="FBD4B4"/>
          </a:solid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chemeClr val="dk1"/>
                </a:solidFill>
                <a:latin typeface="Calibri"/>
                <a:ea typeface="Calibri"/>
                <a:cs typeface="Calibri"/>
                <a:sym typeface="Calibri"/>
              </a:rPr>
              <a:t>If the origin collection is unbalanced then the first player, A, has a winning strategy. On the other hand, if the origin collection is balanced then the second player, B, has a winning strategy.  </a:t>
            </a:r>
            <a:endParaRPr/>
          </a:p>
        </p:txBody>
      </p:sp>
      <p:sp>
        <p:nvSpPr>
          <p:cNvPr id="182" name="Google Shape;182;p10"/>
          <p:cNvSpPr/>
          <p:nvPr/>
        </p:nvSpPr>
        <p:spPr>
          <a:xfrm>
            <a:off x="640160" y="3501008"/>
            <a:ext cx="7848872" cy="13234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chemeClr val="dk1"/>
                </a:solidFill>
                <a:latin typeface="Calibri"/>
                <a:ea typeface="Calibri"/>
                <a:cs typeface="Calibri"/>
                <a:sym typeface="Calibri"/>
              </a:rPr>
              <a:t>If a player confronts a balance collection, the new collection after that player moves must be unbalanced. However, If a player confronts an unbalance collection, that player can make a move in such away that the new collection is balanced.</a:t>
            </a:r>
            <a:endParaRPr/>
          </a:p>
        </p:txBody>
      </p:sp>
      <p:sp>
        <p:nvSpPr>
          <p:cNvPr id="183" name="Google Shape;183;p10"/>
          <p:cNvSpPr/>
          <p:nvPr/>
        </p:nvSpPr>
        <p:spPr>
          <a:xfrm>
            <a:off x="7608012" y="1619508"/>
            <a:ext cx="8194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A wins</a:t>
            </a:r>
            <a:endParaRPr sz="1800">
              <a:solidFill>
                <a:schemeClr val="dk1"/>
              </a:solidFill>
              <a:latin typeface="Calibri"/>
              <a:ea typeface="Calibri"/>
              <a:cs typeface="Calibri"/>
              <a:sym typeface="Calibri"/>
            </a:endParaRPr>
          </a:p>
        </p:txBody>
      </p:sp>
      <p:sp>
        <p:nvSpPr>
          <p:cNvPr id="184" name="Google Shape;184;p10"/>
          <p:cNvSpPr/>
          <p:nvPr/>
        </p:nvSpPr>
        <p:spPr>
          <a:xfrm>
            <a:off x="7617630" y="2442710"/>
            <a:ext cx="8098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B wins</a:t>
            </a:r>
            <a:endParaRPr sz="1800">
              <a:solidFill>
                <a:schemeClr val="dk1"/>
              </a:solidFill>
              <a:latin typeface="Calibri"/>
              <a:ea typeface="Calibri"/>
              <a:cs typeface="Calibri"/>
              <a:sym typeface="Calibri"/>
            </a:endParaRPr>
          </a:p>
        </p:txBody>
      </p:sp>
      <p:sp>
        <p:nvSpPr>
          <p:cNvPr id="185" name="Google Shape;185;p10"/>
          <p:cNvSpPr/>
          <p:nvPr/>
        </p:nvSpPr>
        <p:spPr>
          <a:xfrm>
            <a:off x="4760639" y="1137829"/>
            <a:ext cx="372839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The power of 2 occurs an odd number</a:t>
            </a:r>
            <a:endParaRPr/>
          </a:p>
        </p:txBody>
      </p:sp>
      <p:sp>
        <p:nvSpPr>
          <p:cNvPr id="186" name="Google Shape;186;p10"/>
          <p:cNvSpPr/>
          <p:nvPr/>
        </p:nvSpPr>
        <p:spPr>
          <a:xfrm>
            <a:off x="6366656" y="1378669"/>
            <a:ext cx="21223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unbalance collection</a:t>
            </a:r>
            <a:endParaRPr/>
          </a:p>
        </p:txBody>
      </p:sp>
      <p:sp>
        <p:nvSpPr>
          <p:cNvPr id="187" name="Google Shape;187;p10"/>
          <p:cNvSpPr/>
          <p:nvPr/>
        </p:nvSpPr>
        <p:spPr>
          <a:xfrm>
            <a:off x="4716652" y="2681666"/>
            <a:ext cx="38163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the power of 2 occurs an even number</a:t>
            </a:r>
            <a:endParaRPr/>
          </a:p>
        </p:txBody>
      </p:sp>
      <p:sp>
        <p:nvSpPr>
          <p:cNvPr id="188" name="Google Shape;188;p10"/>
          <p:cNvSpPr/>
          <p:nvPr/>
        </p:nvSpPr>
        <p:spPr>
          <a:xfrm>
            <a:off x="6600821" y="2932085"/>
            <a:ext cx="193161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balance collection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1"/>
          <p:cNvSpPr txBox="1"/>
          <p:nvPr>
            <p:ph type="title"/>
          </p:nvPr>
        </p:nvSpPr>
        <p:spPr>
          <a:xfrm>
            <a:off x="611560" y="274638"/>
            <a:ext cx="7848872" cy="1143000"/>
          </a:xfrm>
          <a:prstGeom prst="rect">
            <a:avLst/>
          </a:prstGeom>
          <a:solidFill>
            <a:srgbClr val="DAEEF3"/>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Analyzing Game using Tree</a:t>
            </a:r>
            <a:endParaRPr/>
          </a:p>
        </p:txBody>
      </p:sp>
      <p:sp>
        <p:nvSpPr>
          <p:cNvPr id="194" name="Google Shape;194;p11"/>
          <p:cNvSpPr txBox="1"/>
          <p:nvPr/>
        </p:nvSpPr>
        <p:spPr>
          <a:xfrm>
            <a:off x="4542446" y="5591271"/>
            <a:ext cx="387161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Non-losing position for both player why </a:t>
            </a:r>
            <a:endParaRPr/>
          </a:p>
        </p:txBody>
      </p:sp>
      <p:sp>
        <p:nvSpPr>
          <p:cNvPr id="195" name="Google Shape;195;p11"/>
          <p:cNvSpPr txBox="1"/>
          <p:nvPr/>
        </p:nvSpPr>
        <p:spPr>
          <a:xfrm>
            <a:off x="4560079" y="1543016"/>
            <a:ext cx="404065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Circle indicates a possible move for B</a:t>
            </a:r>
            <a:endParaRPr/>
          </a:p>
        </p:txBody>
      </p:sp>
      <p:sp>
        <p:nvSpPr>
          <p:cNvPr id="196" name="Google Shape;196;p11"/>
          <p:cNvSpPr/>
          <p:nvPr/>
        </p:nvSpPr>
        <p:spPr>
          <a:xfrm>
            <a:off x="4560079" y="1975908"/>
            <a:ext cx="417890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Square indicates a possible move for A</a:t>
            </a:r>
            <a:endParaRPr/>
          </a:p>
        </p:txBody>
      </p:sp>
      <p:sp>
        <p:nvSpPr>
          <p:cNvPr id="197" name="Google Shape;197;p11"/>
          <p:cNvSpPr txBox="1"/>
          <p:nvPr/>
        </p:nvSpPr>
        <p:spPr>
          <a:xfrm>
            <a:off x="4560079" y="2376018"/>
            <a:ext cx="270093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B has a winning strategy</a:t>
            </a:r>
            <a:endParaRPr/>
          </a:p>
        </p:txBody>
      </p:sp>
      <p:sp>
        <p:nvSpPr>
          <p:cNvPr id="198" name="Google Shape;198;p11"/>
          <p:cNvSpPr txBox="1"/>
          <p:nvPr/>
        </p:nvSpPr>
        <p:spPr>
          <a:xfrm>
            <a:off x="6713546" y="3167129"/>
            <a:ext cx="192227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A has a winning strategy.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That is 1</a:t>
            </a:r>
            <a:endParaRPr/>
          </a:p>
        </p:txBody>
      </p:sp>
      <p:pic>
        <p:nvPicPr>
          <p:cNvPr id="199" name="Google Shape;199;p11"/>
          <p:cNvPicPr preferRelativeResize="0"/>
          <p:nvPr/>
        </p:nvPicPr>
        <p:blipFill rotWithShape="1">
          <a:blip r:embed="rId3">
            <a:alphaModFix/>
          </a:blip>
          <a:srcRect b="0" l="0" r="0" t="0"/>
          <a:stretch/>
        </p:blipFill>
        <p:spPr>
          <a:xfrm>
            <a:off x="611560" y="3997826"/>
            <a:ext cx="3807152" cy="2298084"/>
          </a:xfrm>
          <a:prstGeom prst="rect">
            <a:avLst/>
          </a:prstGeom>
          <a:noFill/>
          <a:ln>
            <a:noFill/>
          </a:ln>
        </p:spPr>
      </p:pic>
      <p:pic>
        <p:nvPicPr>
          <p:cNvPr id="200" name="Google Shape;200;p11"/>
          <p:cNvPicPr preferRelativeResize="0"/>
          <p:nvPr/>
        </p:nvPicPr>
        <p:blipFill rotWithShape="1">
          <a:blip r:embed="rId4">
            <a:alphaModFix/>
          </a:blip>
          <a:srcRect b="0" l="0" r="0" t="0"/>
          <a:stretch/>
        </p:blipFill>
        <p:spPr>
          <a:xfrm>
            <a:off x="621347" y="1543016"/>
            <a:ext cx="3797365" cy="2195067"/>
          </a:xfrm>
          <a:prstGeom prst="rect">
            <a:avLst/>
          </a:prstGeom>
          <a:noFill/>
          <a:ln>
            <a:noFill/>
          </a:ln>
        </p:spPr>
      </p:pic>
      <p:pic>
        <p:nvPicPr>
          <p:cNvPr id="201" name="Google Shape;201;p11"/>
          <p:cNvPicPr preferRelativeResize="0"/>
          <p:nvPr/>
        </p:nvPicPr>
        <p:blipFill rotWithShape="1">
          <a:blip r:embed="rId5">
            <a:alphaModFix/>
          </a:blip>
          <a:srcRect b="0" l="0" r="0" t="0"/>
          <a:stretch/>
        </p:blipFill>
        <p:spPr>
          <a:xfrm>
            <a:off x="4595816" y="2875974"/>
            <a:ext cx="2016844" cy="242523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2"/>
          <p:cNvSpPr txBox="1"/>
          <p:nvPr>
            <p:ph type="title"/>
          </p:nvPr>
        </p:nvSpPr>
        <p:spPr>
          <a:xfrm>
            <a:off x="611560" y="274638"/>
            <a:ext cx="7848872" cy="1143000"/>
          </a:xfrm>
          <a:prstGeom prst="rect">
            <a:avLst/>
          </a:prstGeom>
          <a:solidFill>
            <a:srgbClr val="DAEEF3"/>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Grundy Functions</a:t>
            </a:r>
            <a:endParaRPr/>
          </a:p>
        </p:txBody>
      </p:sp>
      <p:sp>
        <p:nvSpPr>
          <p:cNvPr id="207" name="Google Shape;207;p12"/>
          <p:cNvSpPr txBox="1"/>
          <p:nvPr/>
        </p:nvSpPr>
        <p:spPr>
          <a:xfrm>
            <a:off x="1925918" y="3495784"/>
            <a:ext cx="40712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208" name="Google Shape;208;p12"/>
          <p:cNvSpPr/>
          <p:nvPr/>
        </p:nvSpPr>
        <p:spPr>
          <a:xfrm>
            <a:off x="592591" y="1556792"/>
            <a:ext cx="7831569" cy="193899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Calibri"/>
                <a:ea typeface="Calibri"/>
                <a:cs typeface="Calibri"/>
                <a:sym typeface="Calibri"/>
              </a:rPr>
              <a:t>A technique enables us to find suitable strategies to win a special combinational games that have two properties </a:t>
            </a:r>
            <a:endParaRPr/>
          </a:p>
          <a:p>
            <a:pPr indent="-457200" lvl="0" marL="803275" marR="0" rtl="0" algn="just">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The last person to move wins</a:t>
            </a:r>
            <a:endParaRPr/>
          </a:p>
          <a:p>
            <a:pPr indent="-457200" lvl="0" marL="803275" marR="0" rtl="0" algn="just">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At each position, there are only a finite number of allowable moves</a:t>
            </a:r>
            <a:endParaRPr/>
          </a:p>
        </p:txBody>
      </p:sp>
      <p:sp>
        <p:nvSpPr>
          <p:cNvPr id="209" name="Google Shape;209;p12"/>
          <p:cNvSpPr txBox="1"/>
          <p:nvPr/>
        </p:nvSpPr>
        <p:spPr>
          <a:xfrm>
            <a:off x="1400998" y="4281480"/>
            <a:ext cx="42481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210" name="Google Shape;210;p12"/>
          <p:cNvSpPr txBox="1"/>
          <p:nvPr/>
        </p:nvSpPr>
        <p:spPr>
          <a:xfrm>
            <a:off x="2437135" y="4281480"/>
            <a:ext cx="3855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c</a:t>
            </a:r>
            <a:endParaRPr/>
          </a:p>
        </p:txBody>
      </p:sp>
      <p:sp>
        <p:nvSpPr>
          <p:cNvPr id="211" name="Google Shape;211;p12"/>
          <p:cNvSpPr txBox="1"/>
          <p:nvPr/>
        </p:nvSpPr>
        <p:spPr>
          <a:xfrm>
            <a:off x="1403648" y="5067176"/>
            <a:ext cx="42481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212" name="Google Shape;212;p12"/>
          <p:cNvSpPr txBox="1"/>
          <p:nvPr/>
        </p:nvSpPr>
        <p:spPr>
          <a:xfrm>
            <a:off x="2419685" y="5066254"/>
            <a:ext cx="41498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 e</a:t>
            </a:r>
            <a:endParaRPr/>
          </a:p>
        </p:txBody>
      </p:sp>
      <p:cxnSp>
        <p:nvCxnSpPr>
          <p:cNvPr id="213" name="Google Shape;213;p12"/>
          <p:cNvCxnSpPr>
            <a:stCxn id="207" idx="2"/>
            <a:endCxn id="209" idx="0"/>
          </p:cNvCxnSpPr>
          <p:nvPr/>
        </p:nvCxnSpPr>
        <p:spPr>
          <a:xfrm flipH="1">
            <a:off x="1613481" y="3957449"/>
            <a:ext cx="516000" cy="324000"/>
          </a:xfrm>
          <a:prstGeom prst="straightConnector1">
            <a:avLst/>
          </a:prstGeom>
          <a:noFill/>
          <a:ln cap="flat" cmpd="sng" w="9525">
            <a:solidFill>
              <a:srgbClr val="4A7DBA"/>
            </a:solidFill>
            <a:prstDash val="solid"/>
            <a:round/>
            <a:headEnd len="sm" w="sm" type="none"/>
            <a:tailEnd len="med" w="med" type="triangle"/>
          </a:ln>
        </p:spPr>
      </p:cxnSp>
      <p:cxnSp>
        <p:nvCxnSpPr>
          <p:cNvPr id="214" name="Google Shape;214;p12"/>
          <p:cNvCxnSpPr>
            <a:stCxn id="207" idx="2"/>
            <a:endCxn id="210" idx="0"/>
          </p:cNvCxnSpPr>
          <p:nvPr/>
        </p:nvCxnSpPr>
        <p:spPr>
          <a:xfrm>
            <a:off x="2129482" y="3957449"/>
            <a:ext cx="500400" cy="324000"/>
          </a:xfrm>
          <a:prstGeom prst="straightConnector1">
            <a:avLst/>
          </a:prstGeom>
          <a:noFill/>
          <a:ln cap="flat" cmpd="sng" w="9525">
            <a:solidFill>
              <a:srgbClr val="4A7DBA"/>
            </a:solidFill>
            <a:prstDash val="solid"/>
            <a:round/>
            <a:headEnd len="sm" w="sm" type="none"/>
            <a:tailEnd len="med" w="med" type="triangle"/>
          </a:ln>
        </p:spPr>
      </p:cxnSp>
      <p:cxnSp>
        <p:nvCxnSpPr>
          <p:cNvPr id="215" name="Google Shape;215;p12"/>
          <p:cNvCxnSpPr>
            <a:stCxn id="209" idx="2"/>
            <a:endCxn id="211" idx="0"/>
          </p:cNvCxnSpPr>
          <p:nvPr/>
        </p:nvCxnSpPr>
        <p:spPr>
          <a:xfrm>
            <a:off x="1613404" y="4743145"/>
            <a:ext cx="2700" cy="324000"/>
          </a:xfrm>
          <a:prstGeom prst="straightConnector1">
            <a:avLst/>
          </a:prstGeom>
          <a:noFill/>
          <a:ln cap="flat" cmpd="sng" w="9525">
            <a:solidFill>
              <a:srgbClr val="4A7DBA"/>
            </a:solidFill>
            <a:prstDash val="solid"/>
            <a:round/>
            <a:headEnd len="sm" w="sm" type="none"/>
            <a:tailEnd len="med" w="med" type="triangle"/>
          </a:ln>
        </p:spPr>
      </p:cxnSp>
      <p:cxnSp>
        <p:nvCxnSpPr>
          <p:cNvPr id="216" name="Google Shape;216;p12"/>
          <p:cNvCxnSpPr>
            <a:stCxn id="209" idx="3"/>
            <a:endCxn id="210" idx="1"/>
          </p:cNvCxnSpPr>
          <p:nvPr/>
        </p:nvCxnSpPr>
        <p:spPr>
          <a:xfrm>
            <a:off x="1825810" y="4512313"/>
            <a:ext cx="611400" cy="0"/>
          </a:xfrm>
          <a:prstGeom prst="straightConnector1">
            <a:avLst/>
          </a:prstGeom>
          <a:noFill/>
          <a:ln cap="flat" cmpd="sng" w="9525">
            <a:solidFill>
              <a:srgbClr val="4A7DBA"/>
            </a:solidFill>
            <a:prstDash val="solid"/>
            <a:round/>
            <a:headEnd len="sm" w="sm" type="none"/>
            <a:tailEnd len="med" w="med" type="triangle"/>
          </a:ln>
        </p:spPr>
      </p:cxnSp>
      <p:cxnSp>
        <p:nvCxnSpPr>
          <p:cNvPr id="217" name="Google Shape;217;p12"/>
          <p:cNvCxnSpPr/>
          <p:nvPr/>
        </p:nvCxnSpPr>
        <p:spPr>
          <a:xfrm flipH="1">
            <a:off x="1814186" y="4703712"/>
            <a:ext cx="687604" cy="457825"/>
          </a:xfrm>
          <a:prstGeom prst="straightConnector1">
            <a:avLst/>
          </a:prstGeom>
          <a:noFill/>
          <a:ln cap="flat" cmpd="sng" w="9525">
            <a:solidFill>
              <a:srgbClr val="4A7DBA"/>
            </a:solidFill>
            <a:prstDash val="solid"/>
            <a:round/>
            <a:headEnd len="sm" w="sm" type="none"/>
            <a:tailEnd len="med" w="med" type="triangle"/>
          </a:ln>
        </p:spPr>
      </p:cxnSp>
      <p:cxnSp>
        <p:nvCxnSpPr>
          <p:cNvPr id="218" name="Google Shape;218;p12"/>
          <p:cNvCxnSpPr>
            <a:stCxn id="210" idx="2"/>
            <a:endCxn id="212" idx="0"/>
          </p:cNvCxnSpPr>
          <p:nvPr/>
        </p:nvCxnSpPr>
        <p:spPr>
          <a:xfrm flipH="1">
            <a:off x="2627192" y="4743145"/>
            <a:ext cx="2700" cy="323100"/>
          </a:xfrm>
          <a:prstGeom prst="straightConnector1">
            <a:avLst/>
          </a:prstGeom>
          <a:noFill/>
          <a:ln cap="flat" cmpd="sng" w="9525">
            <a:solidFill>
              <a:srgbClr val="4A7DBA"/>
            </a:solidFill>
            <a:prstDash val="solid"/>
            <a:round/>
            <a:headEnd len="sm" w="sm" type="none"/>
            <a:tailEnd len="med" w="med" type="triangle"/>
          </a:ln>
        </p:spPr>
      </p:cxnSp>
      <p:sp>
        <p:nvSpPr>
          <p:cNvPr id="219" name="Google Shape;219;p12"/>
          <p:cNvSpPr txBox="1"/>
          <p:nvPr/>
        </p:nvSpPr>
        <p:spPr>
          <a:xfrm>
            <a:off x="3272309" y="4021932"/>
            <a:ext cx="4615110" cy="461665"/>
          </a:xfrm>
          <a:prstGeom prst="rect">
            <a:avLst/>
          </a:prstGeom>
          <a:blipFill rotWithShape="1">
            <a:blip r:embed="rId3">
              <a:alphaModFix/>
            </a:blip>
            <a:stretch>
              <a:fillRect b="-30664" l="-2113" r="0" t="-1066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20" name="Google Shape;220;p12"/>
          <p:cNvSpPr txBox="1"/>
          <p:nvPr/>
        </p:nvSpPr>
        <p:spPr>
          <a:xfrm>
            <a:off x="3267115" y="4421971"/>
            <a:ext cx="5294847" cy="461665"/>
          </a:xfrm>
          <a:prstGeom prst="rect">
            <a:avLst/>
          </a:prstGeom>
          <a:blipFill rotWithShape="1">
            <a:blip r:embed="rId4">
              <a:alphaModFix/>
            </a:blip>
            <a:stretch>
              <a:fillRect b="-28945" l="-1840" r="0" t="-1052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21" name="Google Shape;221;p12"/>
          <p:cNvSpPr txBox="1"/>
          <p:nvPr/>
        </p:nvSpPr>
        <p:spPr>
          <a:xfrm>
            <a:off x="3267115" y="4885405"/>
            <a:ext cx="5206993" cy="830997"/>
          </a:xfrm>
          <a:prstGeom prst="rect">
            <a:avLst/>
          </a:prstGeom>
          <a:blipFill rotWithShape="1">
            <a:blip r:embed="rId5">
              <a:alphaModFix/>
            </a:blip>
            <a:stretch>
              <a:fillRect b="-15325" l="-1873" r="0" t="-583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22" name="Google Shape;222;p12"/>
          <p:cNvSpPr txBox="1"/>
          <p:nvPr/>
        </p:nvSpPr>
        <p:spPr>
          <a:xfrm>
            <a:off x="3267115" y="3495783"/>
            <a:ext cx="4620304" cy="461665"/>
          </a:xfrm>
          <a:prstGeom prst="rect">
            <a:avLst/>
          </a:prstGeom>
          <a:blipFill rotWithShape="1">
            <a:blip r:embed="rId6">
              <a:alphaModFix/>
            </a:blip>
            <a:stretch>
              <a:fillRect b="-28945" l="-2110" r="-131" t="-1052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23" name="Google Shape;223;p12"/>
          <p:cNvSpPr txBox="1"/>
          <p:nvPr/>
        </p:nvSpPr>
        <p:spPr>
          <a:xfrm>
            <a:off x="707545" y="5716402"/>
            <a:ext cx="7752887"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How can Grundy function analyses this condition ?</a:t>
            </a:r>
            <a:endParaRPr/>
          </a:p>
        </p:txBody>
      </p:sp>
      <p:sp>
        <p:nvSpPr>
          <p:cNvPr id="224" name="Google Shape;224;p12"/>
          <p:cNvSpPr/>
          <p:nvPr/>
        </p:nvSpPr>
        <p:spPr>
          <a:xfrm>
            <a:off x="4137201" y="5254738"/>
            <a:ext cx="436715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FF0000"/>
                </a:solidFill>
                <a:latin typeface="Calibri"/>
                <a:ea typeface="Calibri"/>
                <a:cs typeface="Calibri"/>
                <a:sym typeface="Calibri"/>
              </a:rPr>
              <a:t>Second player will win the game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3"/>
          <p:cNvSpPr txBox="1"/>
          <p:nvPr>
            <p:ph type="title"/>
          </p:nvPr>
        </p:nvSpPr>
        <p:spPr>
          <a:xfrm>
            <a:off x="611560" y="274638"/>
            <a:ext cx="7848872" cy="1143000"/>
          </a:xfrm>
          <a:prstGeom prst="rect">
            <a:avLst/>
          </a:prstGeom>
          <a:solidFill>
            <a:srgbClr val="DAEEF3"/>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Grundy Functions Procedure</a:t>
            </a:r>
            <a:endParaRPr/>
          </a:p>
        </p:txBody>
      </p:sp>
      <p:sp>
        <p:nvSpPr>
          <p:cNvPr id="230" name="Google Shape;230;p13"/>
          <p:cNvSpPr/>
          <p:nvPr/>
        </p:nvSpPr>
        <p:spPr>
          <a:xfrm>
            <a:off x="611560" y="1628800"/>
            <a:ext cx="7848872" cy="1200329"/>
          </a:xfrm>
          <a:prstGeom prst="rect">
            <a:avLst/>
          </a:prstGeom>
          <a:blipFill rotWithShape="1">
            <a:blip r:embed="rId3">
              <a:alphaModFix/>
            </a:blip>
            <a:stretch>
              <a:fillRect b="-10659" l="-1241" r="-1164" t="-456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31" name="Google Shape;231;p13"/>
          <p:cNvSpPr/>
          <p:nvPr/>
        </p:nvSpPr>
        <p:spPr>
          <a:xfrm>
            <a:off x="632908" y="4365104"/>
            <a:ext cx="7848872" cy="830997"/>
          </a:xfrm>
          <a:prstGeom prst="rect">
            <a:avLst/>
          </a:prstGeom>
          <a:blipFill rotWithShape="1">
            <a:blip r:embed="rId4">
              <a:alphaModFix/>
            </a:blip>
            <a:stretch>
              <a:fillRect b="-16174" l="-1242" r="-1165" t="-588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32" name="Google Shape;232;p13"/>
          <p:cNvSpPr/>
          <p:nvPr/>
        </p:nvSpPr>
        <p:spPr>
          <a:xfrm>
            <a:off x="1115616" y="2829129"/>
            <a:ext cx="7848872" cy="1446550"/>
          </a:xfrm>
          <a:prstGeom prst="rect">
            <a:avLst/>
          </a:prstGeom>
          <a:blipFill rotWithShape="1">
            <a:blip r:embed="rId5">
              <a:alphaModFix/>
            </a:blip>
            <a:stretch>
              <a:fillRect b="-8015" l="-931" r="0" t="-295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4"/>
          <p:cNvSpPr txBox="1"/>
          <p:nvPr>
            <p:ph type="title"/>
          </p:nvPr>
        </p:nvSpPr>
        <p:spPr>
          <a:xfrm>
            <a:off x="611560" y="274638"/>
            <a:ext cx="7848872" cy="1143000"/>
          </a:xfrm>
          <a:prstGeom prst="rect">
            <a:avLst/>
          </a:prstGeom>
          <a:solidFill>
            <a:srgbClr val="DAEEF3"/>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Example 02</a:t>
            </a:r>
            <a:endParaRPr/>
          </a:p>
        </p:txBody>
      </p:sp>
      <p:grpSp>
        <p:nvGrpSpPr>
          <p:cNvPr id="238" name="Google Shape;238;p14"/>
          <p:cNvGrpSpPr/>
          <p:nvPr/>
        </p:nvGrpSpPr>
        <p:grpSpPr>
          <a:xfrm>
            <a:off x="600384" y="1537974"/>
            <a:ext cx="1433673" cy="2033057"/>
            <a:chOff x="599880" y="1704685"/>
            <a:chExt cx="1433673" cy="2033057"/>
          </a:xfrm>
        </p:grpSpPr>
        <p:sp>
          <p:nvSpPr>
            <p:cNvPr id="239" name="Google Shape;239;p14"/>
            <p:cNvSpPr txBox="1"/>
            <p:nvPr/>
          </p:nvSpPr>
          <p:spPr>
            <a:xfrm>
              <a:off x="1124800" y="1704685"/>
              <a:ext cx="40712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240" name="Google Shape;240;p14"/>
            <p:cNvSpPr txBox="1"/>
            <p:nvPr/>
          </p:nvSpPr>
          <p:spPr>
            <a:xfrm>
              <a:off x="599880" y="2490381"/>
              <a:ext cx="42481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241" name="Google Shape;241;p14"/>
            <p:cNvSpPr txBox="1"/>
            <p:nvPr/>
          </p:nvSpPr>
          <p:spPr>
            <a:xfrm>
              <a:off x="1636017" y="2490381"/>
              <a:ext cx="3855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c</a:t>
              </a:r>
              <a:endParaRPr/>
            </a:p>
          </p:txBody>
        </p:sp>
        <p:sp>
          <p:nvSpPr>
            <p:cNvPr id="242" name="Google Shape;242;p14"/>
            <p:cNvSpPr txBox="1"/>
            <p:nvPr/>
          </p:nvSpPr>
          <p:spPr>
            <a:xfrm>
              <a:off x="602530" y="3276077"/>
              <a:ext cx="42481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243" name="Google Shape;243;p14"/>
            <p:cNvSpPr txBox="1"/>
            <p:nvPr/>
          </p:nvSpPr>
          <p:spPr>
            <a:xfrm>
              <a:off x="1618567" y="3275155"/>
              <a:ext cx="41498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 e</a:t>
              </a:r>
              <a:endParaRPr/>
            </a:p>
          </p:txBody>
        </p:sp>
        <p:cxnSp>
          <p:nvCxnSpPr>
            <p:cNvPr id="244" name="Google Shape;244;p14"/>
            <p:cNvCxnSpPr>
              <a:stCxn id="239" idx="2"/>
              <a:endCxn id="240" idx="0"/>
            </p:cNvCxnSpPr>
            <p:nvPr/>
          </p:nvCxnSpPr>
          <p:spPr>
            <a:xfrm flipH="1">
              <a:off x="812364" y="2166350"/>
              <a:ext cx="516000" cy="324000"/>
            </a:xfrm>
            <a:prstGeom prst="straightConnector1">
              <a:avLst/>
            </a:prstGeom>
            <a:noFill/>
            <a:ln cap="flat" cmpd="sng" w="9525">
              <a:solidFill>
                <a:srgbClr val="4A7DBA"/>
              </a:solidFill>
              <a:prstDash val="solid"/>
              <a:round/>
              <a:headEnd len="sm" w="sm" type="none"/>
              <a:tailEnd len="med" w="med" type="triangle"/>
            </a:ln>
          </p:spPr>
        </p:cxnSp>
        <p:cxnSp>
          <p:nvCxnSpPr>
            <p:cNvPr id="245" name="Google Shape;245;p14"/>
            <p:cNvCxnSpPr>
              <a:stCxn id="239" idx="2"/>
              <a:endCxn id="241" idx="0"/>
            </p:cNvCxnSpPr>
            <p:nvPr/>
          </p:nvCxnSpPr>
          <p:spPr>
            <a:xfrm>
              <a:off x="1328363" y="2166350"/>
              <a:ext cx="500400" cy="324000"/>
            </a:xfrm>
            <a:prstGeom prst="straightConnector1">
              <a:avLst/>
            </a:prstGeom>
            <a:noFill/>
            <a:ln cap="flat" cmpd="sng" w="9525">
              <a:solidFill>
                <a:srgbClr val="4A7DBA"/>
              </a:solidFill>
              <a:prstDash val="solid"/>
              <a:round/>
              <a:headEnd len="sm" w="sm" type="none"/>
              <a:tailEnd len="med" w="med" type="triangle"/>
            </a:ln>
          </p:spPr>
        </p:cxnSp>
        <p:cxnSp>
          <p:nvCxnSpPr>
            <p:cNvPr id="246" name="Google Shape;246;p14"/>
            <p:cNvCxnSpPr>
              <a:stCxn id="240" idx="2"/>
              <a:endCxn id="242" idx="0"/>
            </p:cNvCxnSpPr>
            <p:nvPr/>
          </p:nvCxnSpPr>
          <p:spPr>
            <a:xfrm>
              <a:off x="812286" y="2952046"/>
              <a:ext cx="2700" cy="324000"/>
            </a:xfrm>
            <a:prstGeom prst="straightConnector1">
              <a:avLst/>
            </a:prstGeom>
            <a:noFill/>
            <a:ln cap="flat" cmpd="sng" w="9525">
              <a:solidFill>
                <a:srgbClr val="4A7DBA"/>
              </a:solidFill>
              <a:prstDash val="solid"/>
              <a:round/>
              <a:headEnd len="sm" w="sm" type="none"/>
              <a:tailEnd len="med" w="med" type="triangle"/>
            </a:ln>
          </p:spPr>
        </p:cxnSp>
        <p:cxnSp>
          <p:nvCxnSpPr>
            <p:cNvPr id="247" name="Google Shape;247;p14"/>
            <p:cNvCxnSpPr>
              <a:stCxn id="240" idx="3"/>
              <a:endCxn id="241" idx="1"/>
            </p:cNvCxnSpPr>
            <p:nvPr/>
          </p:nvCxnSpPr>
          <p:spPr>
            <a:xfrm>
              <a:off x="1024692" y="2721214"/>
              <a:ext cx="611400" cy="0"/>
            </a:xfrm>
            <a:prstGeom prst="straightConnector1">
              <a:avLst/>
            </a:prstGeom>
            <a:noFill/>
            <a:ln cap="flat" cmpd="sng" w="9525">
              <a:solidFill>
                <a:srgbClr val="4A7DBA"/>
              </a:solidFill>
              <a:prstDash val="solid"/>
              <a:round/>
              <a:headEnd len="sm" w="sm" type="none"/>
              <a:tailEnd len="med" w="med" type="triangle"/>
            </a:ln>
          </p:spPr>
        </p:cxnSp>
        <p:cxnSp>
          <p:nvCxnSpPr>
            <p:cNvPr id="248" name="Google Shape;248;p14"/>
            <p:cNvCxnSpPr/>
            <p:nvPr/>
          </p:nvCxnSpPr>
          <p:spPr>
            <a:xfrm flipH="1">
              <a:off x="1024692" y="2882307"/>
              <a:ext cx="706380" cy="502543"/>
            </a:xfrm>
            <a:prstGeom prst="straightConnector1">
              <a:avLst/>
            </a:prstGeom>
            <a:noFill/>
            <a:ln cap="flat" cmpd="sng" w="9525">
              <a:solidFill>
                <a:srgbClr val="4A7DBA"/>
              </a:solidFill>
              <a:prstDash val="solid"/>
              <a:round/>
              <a:headEnd len="sm" w="sm" type="none"/>
              <a:tailEnd len="med" w="med" type="triangle"/>
            </a:ln>
          </p:spPr>
        </p:cxnSp>
        <p:cxnSp>
          <p:nvCxnSpPr>
            <p:cNvPr id="249" name="Google Shape;249;p14"/>
            <p:cNvCxnSpPr>
              <a:stCxn id="241" idx="2"/>
              <a:endCxn id="243" idx="0"/>
            </p:cNvCxnSpPr>
            <p:nvPr/>
          </p:nvCxnSpPr>
          <p:spPr>
            <a:xfrm flipH="1">
              <a:off x="1826074" y="2952046"/>
              <a:ext cx="2700" cy="323100"/>
            </a:xfrm>
            <a:prstGeom prst="straightConnector1">
              <a:avLst/>
            </a:prstGeom>
            <a:noFill/>
            <a:ln cap="flat" cmpd="sng" w="9525">
              <a:solidFill>
                <a:srgbClr val="4A7DBA"/>
              </a:solidFill>
              <a:prstDash val="solid"/>
              <a:round/>
              <a:headEnd len="sm" w="sm" type="none"/>
              <a:tailEnd len="med" w="med" type="triangle"/>
            </a:ln>
          </p:spPr>
        </p:cxnSp>
      </p:grpSp>
      <p:sp>
        <p:nvSpPr>
          <p:cNvPr id="250" name="Google Shape;250;p14"/>
          <p:cNvSpPr/>
          <p:nvPr/>
        </p:nvSpPr>
        <p:spPr>
          <a:xfrm>
            <a:off x="2049278" y="1580477"/>
            <a:ext cx="1282595" cy="400110"/>
          </a:xfrm>
          <a:prstGeom prst="rect">
            <a:avLst/>
          </a:prstGeom>
          <a:blipFill rotWithShape="1">
            <a:blip r:embed="rId3">
              <a:alphaModFix/>
            </a:blip>
            <a:stretch>
              <a:fillRect b="-7575"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51" name="Google Shape;251;p14"/>
          <p:cNvSpPr/>
          <p:nvPr/>
        </p:nvSpPr>
        <p:spPr>
          <a:xfrm>
            <a:off x="3417430" y="1580477"/>
            <a:ext cx="1307537" cy="400110"/>
          </a:xfrm>
          <a:prstGeom prst="rect">
            <a:avLst/>
          </a:prstGeom>
          <a:blipFill rotWithShape="1">
            <a:blip r:embed="rId4">
              <a:alphaModFix/>
            </a:blip>
            <a:stretch>
              <a:fillRect b="-7575"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52" name="Google Shape;252;p14"/>
          <p:cNvSpPr/>
          <p:nvPr/>
        </p:nvSpPr>
        <p:spPr>
          <a:xfrm>
            <a:off x="2002918" y="1992546"/>
            <a:ext cx="6612708" cy="400110"/>
          </a:xfrm>
          <a:prstGeom prst="rect">
            <a:avLst/>
          </a:prstGeom>
          <a:blipFill rotWithShape="1">
            <a:blip r:embed="rId5">
              <a:alphaModFix/>
            </a:blip>
            <a:stretch>
              <a:fillRect b="-769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53" name="Google Shape;253;p14"/>
          <p:cNvSpPr/>
          <p:nvPr/>
        </p:nvSpPr>
        <p:spPr>
          <a:xfrm>
            <a:off x="2022613" y="2424174"/>
            <a:ext cx="6830716" cy="400110"/>
          </a:xfrm>
          <a:prstGeom prst="rect">
            <a:avLst/>
          </a:prstGeom>
          <a:blipFill rotWithShape="1">
            <a:blip r:embed="rId6">
              <a:alphaModFix/>
            </a:blip>
            <a:stretch>
              <a:fillRect b="-769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54" name="Google Shape;254;p14"/>
          <p:cNvSpPr/>
          <p:nvPr/>
        </p:nvSpPr>
        <p:spPr>
          <a:xfrm>
            <a:off x="2022613" y="2887755"/>
            <a:ext cx="6830716" cy="400110"/>
          </a:xfrm>
          <a:prstGeom prst="rect">
            <a:avLst/>
          </a:prstGeom>
          <a:blipFill rotWithShape="1">
            <a:blip r:embed="rId7">
              <a:alphaModFix/>
            </a:blip>
            <a:stretch>
              <a:fillRect b="-769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55" name="Google Shape;255;p14"/>
          <p:cNvSpPr txBox="1"/>
          <p:nvPr/>
        </p:nvSpPr>
        <p:spPr>
          <a:xfrm>
            <a:off x="2064914" y="3351336"/>
            <a:ext cx="2266261" cy="400110"/>
          </a:xfrm>
          <a:prstGeom prst="rect">
            <a:avLst/>
          </a:prstGeom>
          <a:blipFill rotWithShape="1">
            <a:blip r:embed="rId8">
              <a:alphaModFix/>
            </a:blip>
            <a:stretch>
              <a:fillRect b="-1538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56" name="Google Shape;256;p14"/>
          <p:cNvSpPr/>
          <p:nvPr/>
        </p:nvSpPr>
        <p:spPr>
          <a:xfrm>
            <a:off x="3281555" y="3998939"/>
            <a:ext cx="1298881" cy="400110"/>
          </a:xfrm>
          <a:prstGeom prst="rect">
            <a:avLst/>
          </a:prstGeom>
          <a:blipFill rotWithShape="1">
            <a:blip r:embed="rId9">
              <a:alphaModFix/>
            </a:blip>
            <a:stretch>
              <a:fillRect b="-13635"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57" name="Google Shape;257;p14"/>
          <p:cNvSpPr/>
          <p:nvPr/>
        </p:nvSpPr>
        <p:spPr>
          <a:xfrm>
            <a:off x="3264839" y="4415526"/>
            <a:ext cx="4680320" cy="400110"/>
          </a:xfrm>
          <a:prstGeom prst="rect">
            <a:avLst/>
          </a:prstGeom>
          <a:blipFill rotWithShape="1">
            <a:blip r:embed="rId10">
              <a:alphaModFix/>
            </a:blip>
            <a:stretch>
              <a:fillRect b="-13635"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58" name="Google Shape;258;p14"/>
          <p:cNvSpPr/>
          <p:nvPr/>
        </p:nvSpPr>
        <p:spPr>
          <a:xfrm>
            <a:off x="3248427" y="4843555"/>
            <a:ext cx="4658070" cy="400110"/>
          </a:xfrm>
          <a:prstGeom prst="rect">
            <a:avLst/>
          </a:prstGeom>
          <a:blipFill rotWithShape="1">
            <a:blip r:embed="rId11">
              <a:alphaModFix/>
            </a:blip>
            <a:stretch>
              <a:fillRect b="-1538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59" name="Google Shape;259;p14"/>
          <p:cNvSpPr/>
          <p:nvPr/>
        </p:nvSpPr>
        <p:spPr>
          <a:xfrm>
            <a:off x="3248427" y="5307136"/>
            <a:ext cx="4262449" cy="400110"/>
          </a:xfrm>
          <a:prstGeom prst="rect">
            <a:avLst/>
          </a:prstGeom>
          <a:blipFill rotWithShape="1">
            <a:blip r:embed="rId12">
              <a:alphaModFix/>
            </a:blip>
            <a:stretch>
              <a:fillRect b="-769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60" name="Google Shape;260;p14"/>
          <p:cNvSpPr txBox="1"/>
          <p:nvPr/>
        </p:nvSpPr>
        <p:spPr>
          <a:xfrm>
            <a:off x="510115" y="5707246"/>
            <a:ext cx="2814941" cy="707886"/>
          </a:xfrm>
          <a:prstGeom prst="rect">
            <a:avLst/>
          </a:prstGeom>
          <a:blipFill rotWithShape="1">
            <a:blip r:embed="rId13">
              <a:alphaModFix/>
            </a:blip>
            <a:stretch>
              <a:fillRect b="-14653" l="0" r="0" t="-430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grpSp>
        <p:nvGrpSpPr>
          <p:cNvPr id="261" name="Google Shape;261;p14"/>
          <p:cNvGrpSpPr/>
          <p:nvPr/>
        </p:nvGrpSpPr>
        <p:grpSpPr>
          <a:xfrm>
            <a:off x="604729" y="3681001"/>
            <a:ext cx="2393106" cy="2026246"/>
            <a:chOff x="611546" y="3871951"/>
            <a:chExt cx="2393106" cy="2026246"/>
          </a:xfrm>
        </p:grpSpPr>
        <p:sp>
          <p:nvSpPr>
            <p:cNvPr id="262" name="Google Shape;262;p14"/>
            <p:cNvSpPr txBox="1"/>
            <p:nvPr/>
          </p:nvSpPr>
          <p:spPr>
            <a:xfrm>
              <a:off x="1634162" y="3871951"/>
              <a:ext cx="40712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a:t>
              </a:r>
              <a:endParaRPr/>
            </a:p>
          </p:txBody>
        </p:sp>
        <p:grpSp>
          <p:nvGrpSpPr>
            <p:cNvPr id="263" name="Google Shape;263;p14"/>
            <p:cNvGrpSpPr/>
            <p:nvPr/>
          </p:nvGrpSpPr>
          <p:grpSpPr>
            <a:xfrm>
              <a:off x="611546" y="4333616"/>
              <a:ext cx="2393106" cy="1564581"/>
              <a:chOff x="611546" y="4333616"/>
              <a:chExt cx="2393106" cy="1564581"/>
            </a:xfrm>
          </p:grpSpPr>
          <p:sp>
            <p:nvSpPr>
              <p:cNvPr id="264" name="Google Shape;264;p14"/>
              <p:cNvSpPr txBox="1"/>
              <p:nvPr/>
            </p:nvSpPr>
            <p:spPr>
              <a:xfrm>
                <a:off x="611546" y="4650836"/>
                <a:ext cx="42481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265" name="Google Shape;265;p14"/>
              <p:cNvSpPr txBox="1"/>
              <p:nvPr/>
            </p:nvSpPr>
            <p:spPr>
              <a:xfrm>
                <a:off x="1647683" y="4650836"/>
                <a:ext cx="3855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c</a:t>
                </a:r>
                <a:endParaRPr/>
              </a:p>
            </p:txBody>
          </p:sp>
          <p:sp>
            <p:nvSpPr>
              <p:cNvPr id="266" name="Google Shape;266;p14"/>
              <p:cNvSpPr txBox="1"/>
              <p:nvPr/>
            </p:nvSpPr>
            <p:spPr>
              <a:xfrm>
                <a:off x="614196" y="5436532"/>
                <a:ext cx="42481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267" name="Google Shape;267;p14"/>
              <p:cNvSpPr txBox="1"/>
              <p:nvPr/>
            </p:nvSpPr>
            <p:spPr>
              <a:xfrm>
                <a:off x="1626980" y="5436531"/>
                <a:ext cx="41498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 f</a:t>
                </a:r>
                <a:endParaRPr/>
              </a:p>
            </p:txBody>
          </p:sp>
          <p:cxnSp>
            <p:nvCxnSpPr>
              <p:cNvPr id="268" name="Google Shape;268;p14"/>
              <p:cNvCxnSpPr>
                <a:stCxn id="262" idx="2"/>
                <a:endCxn id="264" idx="0"/>
              </p:cNvCxnSpPr>
              <p:nvPr/>
            </p:nvCxnSpPr>
            <p:spPr>
              <a:xfrm flipH="1">
                <a:off x="824026" y="4333616"/>
                <a:ext cx="1013700" cy="317100"/>
              </a:xfrm>
              <a:prstGeom prst="straightConnector1">
                <a:avLst/>
              </a:prstGeom>
              <a:noFill/>
              <a:ln cap="flat" cmpd="sng" w="9525">
                <a:solidFill>
                  <a:srgbClr val="4A7DBA"/>
                </a:solidFill>
                <a:prstDash val="solid"/>
                <a:round/>
                <a:headEnd len="sm" w="sm" type="none"/>
                <a:tailEnd len="med" w="med" type="triangle"/>
              </a:ln>
            </p:spPr>
          </p:cxnSp>
          <p:cxnSp>
            <p:nvCxnSpPr>
              <p:cNvPr id="269" name="Google Shape;269;p14"/>
              <p:cNvCxnSpPr>
                <a:stCxn id="262" idx="2"/>
                <a:endCxn id="265" idx="0"/>
              </p:cNvCxnSpPr>
              <p:nvPr/>
            </p:nvCxnSpPr>
            <p:spPr>
              <a:xfrm>
                <a:off x="1837726" y="4333616"/>
                <a:ext cx="2700" cy="317100"/>
              </a:xfrm>
              <a:prstGeom prst="straightConnector1">
                <a:avLst/>
              </a:prstGeom>
              <a:noFill/>
              <a:ln cap="flat" cmpd="sng" w="9525">
                <a:solidFill>
                  <a:srgbClr val="4A7DBA"/>
                </a:solidFill>
                <a:prstDash val="solid"/>
                <a:round/>
                <a:headEnd len="sm" w="sm" type="none"/>
                <a:tailEnd len="med" w="med" type="triangle"/>
              </a:ln>
            </p:spPr>
          </p:cxnSp>
          <p:cxnSp>
            <p:nvCxnSpPr>
              <p:cNvPr id="270" name="Google Shape;270;p14"/>
              <p:cNvCxnSpPr>
                <a:stCxn id="264" idx="2"/>
                <a:endCxn id="266" idx="0"/>
              </p:cNvCxnSpPr>
              <p:nvPr/>
            </p:nvCxnSpPr>
            <p:spPr>
              <a:xfrm>
                <a:off x="823952" y="5112501"/>
                <a:ext cx="2700" cy="324000"/>
              </a:xfrm>
              <a:prstGeom prst="straightConnector1">
                <a:avLst/>
              </a:prstGeom>
              <a:noFill/>
              <a:ln cap="flat" cmpd="sng" w="9525">
                <a:solidFill>
                  <a:srgbClr val="4A7DBA"/>
                </a:solidFill>
                <a:prstDash val="solid"/>
                <a:round/>
                <a:headEnd len="sm" w="sm" type="none"/>
                <a:tailEnd len="med" w="med" type="triangle"/>
              </a:ln>
            </p:spPr>
          </p:cxnSp>
          <p:cxnSp>
            <p:nvCxnSpPr>
              <p:cNvPr id="271" name="Google Shape;271;p14"/>
              <p:cNvCxnSpPr>
                <a:stCxn id="265" idx="2"/>
                <a:endCxn id="267" idx="0"/>
              </p:cNvCxnSpPr>
              <p:nvPr/>
            </p:nvCxnSpPr>
            <p:spPr>
              <a:xfrm flipH="1">
                <a:off x="1834440" y="5112501"/>
                <a:ext cx="6000" cy="324000"/>
              </a:xfrm>
              <a:prstGeom prst="straightConnector1">
                <a:avLst/>
              </a:prstGeom>
              <a:noFill/>
              <a:ln cap="flat" cmpd="sng" w="9525">
                <a:solidFill>
                  <a:srgbClr val="4A7DBA"/>
                </a:solidFill>
                <a:prstDash val="solid"/>
                <a:round/>
                <a:headEnd len="sm" w="sm" type="none"/>
                <a:tailEnd len="med" w="med" type="triangle"/>
              </a:ln>
            </p:spPr>
          </p:cxnSp>
          <p:sp>
            <p:nvSpPr>
              <p:cNvPr id="272" name="Google Shape;272;p14"/>
              <p:cNvSpPr txBox="1"/>
              <p:nvPr/>
            </p:nvSpPr>
            <p:spPr>
              <a:xfrm>
                <a:off x="2579840" y="4637155"/>
                <a:ext cx="42481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d</a:t>
                </a:r>
                <a:endParaRPr/>
              </a:p>
            </p:txBody>
          </p:sp>
          <p:cxnSp>
            <p:nvCxnSpPr>
              <p:cNvPr id="273" name="Google Shape;273;p14"/>
              <p:cNvCxnSpPr>
                <a:stCxn id="262" idx="2"/>
                <a:endCxn id="272" idx="0"/>
              </p:cNvCxnSpPr>
              <p:nvPr/>
            </p:nvCxnSpPr>
            <p:spPr>
              <a:xfrm>
                <a:off x="1837726" y="4333616"/>
                <a:ext cx="954600" cy="303600"/>
              </a:xfrm>
              <a:prstGeom prst="straightConnector1">
                <a:avLst/>
              </a:prstGeom>
              <a:noFill/>
              <a:ln cap="flat" cmpd="sng" w="9525">
                <a:solidFill>
                  <a:srgbClr val="4A7DBA"/>
                </a:solidFill>
                <a:prstDash val="solid"/>
                <a:round/>
                <a:headEnd len="sm" w="sm" type="none"/>
                <a:tailEnd len="med" w="med" type="triangle"/>
              </a:ln>
            </p:spPr>
          </p:cxnSp>
          <p:cxnSp>
            <p:nvCxnSpPr>
              <p:cNvPr id="274" name="Google Shape;274;p14"/>
              <p:cNvCxnSpPr>
                <a:stCxn id="272" idx="1"/>
                <a:endCxn id="265" idx="3"/>
              </p:cNvCxnSpPr>
              <p:nvPr/>
            </p:nvCxnSpPr>
            <p:spPr>
              <a:xfrm flipH="1">
                <a:off x="2033240" y="4867988"/>
                <a:ext cx="546600" cy="13800"/>
              </a:xfrm>
              <a:prstGeom prst="straightConnector1">
                <a:avLst/>
              </a:prstGeom>
              <a:noFill/>
              <a:ln cap="flat" cmpd="sng" w="9525">
                <a:solidFill>
                  <a:srgbClr val="4A7DBA"/>
                </a:solidFill>
                <a:prstDash val="solid"/>
                <a:round/>
                <a:headEnd len="sm" w="sm" type="none"/>
                <a:tailEnd len="med" w="med" type="triangle"/>
              </a:ln>
            </p:spPr>
          </p:cxnSp>
          <p:cxnSp>
            <p:nvCxnSpPr>
              <p:cNvPr id="275" name="Google Shape;275;p14"/>
              <p:cNvCxnSpPr>
                <a:stCxn id="265" idx="1"/>
                <a:endCxn id="264" idx="3"/>
              </p:cNvCxnSpPr>
              <p:nvPr/>
            </p:nvCxnSpPr>
            <p:spPr>
              <a:xfrm rot="10800000">
                <a:off x="1036283" y="4881669"/>
                <a:ext cx="611400" cy="0"/>
              </a:xfrm>
              <a:prstGeom prst="straightConnector1">
                <a:avLst/>
              </a:prstGeom>
              <a:noFill/>
              <a:ln cap="flat" cmpd="sng" w="9525">
                <a:solidFill>
                  <a:srgbClr val="4A7DBA"/>
                </a:solidFill>
                <a:prstDash val="solid"/>
                <a:round/>
                <a:headEnd len="sm" w="sm" type="none"/>
                <a:tailEnd len="med" w="med" type="triangle"/>
              </a:ln>
            </p:spPr>
          </p:cxnSp>
          <p:cxnSp>
            <p:nvCxnSpPr>
              <p:cNvPr id="276" name="Google Shape;276;p14"/>
              <p:cNvCxnSpPr/>
              <p:nvPr/>
            </p:nvCxnSpPr>
            <p:spPr>
              <a:xfrm>
                <a:off x="948728" y="5026045"/>
                <a:ext cx="681505" cy="441265"/>
              </a:xfrm>
              <a:prstGeom prst="straightConnector1">
                <a:avLst/>
              </a:prstGeom>
              <a:noFill/>
              <a:ln cap="flat" cmpd="sng" w="9525">
                <a:solidFill>
                  <a:srgbClr val="4A7DBA"/>
                </a:solidFill>
                <a:prstDash val="solid"/>
                <a:round/>
                <a:headEnd len="sm" w="sm" type="none"/>
                <a:tailEnd len="med" w="med" type="triangle"/>
              </a:ln>
            </p:spPr>
          </p:cxnSp>
          <p:cxnSp>
            <p:nvCxnSpPr>
              <p:cNvPr id="277" name="Google Shape;277;p14"/>
              <p:cNvCxnSpPr>
                <a:stCxn id="266" idx="3"/>
                <a:endCxn id="267" idx="1"/>
              </p:cNvCxnSpPr>
              <p:nvPr/>
            </p:nvCxnSpPr>
            <p:spPr>
              <a:xfrm>
                <a:off x="1039008" y="5667365"/>
                <a:ext cx="588000" cy="0"/>
              </a:xfrm>
              <a:prstGeom prst="straightConnector1">
                <a:avLst/>
              </a:prstGeom>
              <a:noFill/>
              <a:ln cap="flat" cmpd="sng" w="9525">
                <a:solidFill>
                  <a:srgbClr val="4A7DBA"/>
                </a:solidFill>
                <a:prstDash val="solid"/>
                <a:round/>
                <a:headEnd len="sm" w="sm" type="none"/>
                <a:tailEnd len="med" w="med" type="triangle"/>
              </a:ln>
            </p:spPr>
          </p:cxnSp>
        </p:grpSp>
      </p:grpSp>
      <p:sp>
        <p:nvSpPr>
          <p:cNvPr id="278" name="Google Shape;278;p14"/>
          <p:cNvSpPr/>
          <p:nvPr/>
        </p:nvSpPr>
        <p:spPr>
          <a:xfrm>
            <a:off x="4571517" y="4013003"/>
            <a:ext cx="4245585" cy="400110"/>
          </a:xfrm>
          <a:prstGeom prst="rect">
            <a:avLst/>
          </a:prstGeom>
          <a:blipFill rotWithShape="1">
            <a:blip r:embed="rId14">
              <a:alphaModFix/>
            </a:blip>
            <a:stretch>
              <a:fillRect b="-13635"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79" name="Google Shape;279;p14"/>
          <p:cNvSpPr/>
          <p:nvPr/>
        </p:nvSpPr>
        <p:spPr>
          <a:xfrm>
            <a:off x="3281555" y="5731115"/>
            <a:ext cx="5129096" cy="400110"/>
          </a:xfrm>
          <a:prstGeom prst="rect">
            <a:avLst/>
          </a:prstGeom>
          <a:blipFill rotWithShape="1">
            <a:blip r:embed="rId15">
              <a:alphaModFix/>
            </a:blip>
            <a:stretch>
              <a:fillRect b="-7575"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5"/>
          <p:cNvSpPr txBox="1"/>
          <p:nvPr>
            <p:ph type="title"/>
          </p:nvPr>
        </p:nvSpPr>
        <p:spPr>
          <a:xfrm>
            <a:off x="611560" y="274638"/>
            <a:ext cx="7848872" cy="1143000"/>
          </a:xfrm>
          <a:prstGeom prst="rect">
            <a:avLst/>
          </a:prstGeom>
          <a:solidFill>
            <a:srgbClr val="DAEEF3"/>
          </a:solid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Trick base on Binary decompositions</a:t>
            </a:r>
            <a:endParaRPr/>
          </a:p>
        </p:txBody>
      </p:sp>
      <p:sp>
        <p:nvSpPr>
          <p:cNvPr id="285" name="Google Shape;285;p15"/>
          <p:cNvSpPr txBox="1"/>
          <p:nvPr/>
        </p:nvSpPr>
        <p:spPr>
          <a:xfrm>
            <a:off x="4215428" y="1539771"/>
            <a:ext cx="4248472" cy="193899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Calibri"/>
                <a:ea typeface="Calibri"/>
                <a:cs typeface="Calibri"/>
                <a:sym typeface="Calibri"/>
              </a:rPr>
              <a:t>A has to think any number between 1 and 15, and then player B will ask A whether that number appears in this column after asking four times. </a:t>
            </a:r>
            <a:endParaRPr/>
          </a:p>
        </p:txBody>
      </p:sp>
      <p:sp>
        <p:nvSpPr>
          <p:cNvPr id="286" name="Google Shape;286;p15"/>
          <p:cNvSpPr/>
          <p:nvPr/>
        </p:nvSpPr>
        <p:spPr>
          <a:xfrm>
            <a:off x="4277256" y="4323821"/>
            <a:ext cx="4132793"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Calibri"/>
                <a:ea typeface="Calibri"/>
                <a:cs typeface="Calibri"/>
                <a:sym typeface="Calibri"/>
              </a:rPr>
              <a:t>Suppose A think 11, then A said yes, no yes and yes then B answers the number is 11</a:t>
            </a:r>
            <a:endParaRPr/>
          </a:p>
        </p:txBody>
      </p:sp>
      <p:sp>
        <p:nvSpPr>
          <p:cNvPr id="287" name="Google Shape;287;p15"/>
          <p:cNvSpPr/>
          <p:nvPr/>
        </p:nvSpPr>
        <p:spPr>
          <a:xfrm>
            <a:off x="4258876" y="5301208"/>
            <a:ext cx="4124815"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Calibri"/>
                <a:ea typeface="Calibri"/>
                <a:cs typeface="Calibri"/>
                <a:sym typeface="Calibri"/>
              </a:rPr>
              <a:t>How would B extend the table so that he can guess any unknown number between 1 and 31 ? </a:t>
            </a:r>
            <a:endParaRPr/>
          </a:p>
        </p:txBody>
      </p:sp>
      <p:graphicFrame>
        <p:nvGraphicFramePr>
          <p:cNvPr id="288" name="Google Shape;288;p15"/>
          <p:cNvGraphicFramePr/>
          <p:nvPr/>
        </p:nvGraphicFramePr>
        <p:xfrm>
          <a:off x="615028" y="1516375"/>
          <a:ext cx="3000000" cy="3000000"/>
        </p:xfrm>
        <a:graphic>
          <a:graphicData uri="http://schemas.openxmlformats.org/drawingml/2006/table">
            <a:tbl>
              <a:tblPr bandRow="1" firstRow="1">
                <a:noFill/>
                <a:tableStyleId>{CC6623F7-FD46-4170-9833-6D3543AD114E}</a:tableStyleId>
              </a:tblPr>
              <a:tblGrid>
                <a:gridCol w="828100"/>
              </a:tblGrid>
              <a:tr h="512050">
                <a:tc>
                  <a:txBody>
                    <a:bodyPr/>
                    <a:lstStyle/>
                    <a:p>
                      <a:pPr indent="0" lvl="0" marL="0" marR="0" rtl="0" algn="ctr">
                        <a:spcBef>
                          <a:spcPts val="0"/>
                        </a:spcBef>
                        <a:spcAft>
                          <a:spcPts val="0"/>
                        </a:spcAft>
                        <a:buNone/>
                      </a:pPr>
                      <a:r>
                        <a:rPr lang="en-US" sz="2800"/>
                        <a:t>1</a:t>
                      </a:r>
                      <a:endParaRPr/>
                    </a:p>
                  </a:txBody>
                  <a:tcPr marT="45725" marB="45725" marR="91450" marL="91450"/>
                </a:tc>
              </a:tr>
              <a:tr h="512050">
                <a:tc>
                  <a:txBody>
                    <a:bodyPr/>
                    <a:lstStyle/>
                    <a:p>
                      <a:pPr indent="0" lvl="0" marL="0" marR="0" rtl="0" algn="ctr">
                        <a:spcBef>
                          <a:spcPts val="0"/>
                        </a:spcBef>
                        <a:spcAft>
                          <a:spcPts val="0"/>
                        </a:spcAft>
                        <a:buNone/>
                      </a:pPr>
                      <a:r>
                        <a:rPr lang="en-US" sz="2800"/>
                        <a:t>8</a:t>
                      </a:r>
                      <a:endParaRPr/>
                    </a:p>
                  </a:txBody>
                  <a:tcPr marT="45725" marB="45725" marR="91450" marL="91450"/>
                </a:tc>
              </a:tr>
              <a:tr h="512050">
                <a:tc>
                  <a:txBody>
                    <a:bodyPr/>
                    <a:lstStyle/>
                    <a:p>
                      <a:pPr indent="0" lvl="0" marL="0" marR="0" rtl="0" algn="ctr">
                        <a:spcBef>
                          <a:spcPts val="0"/>
                        </a:spcBef>
                        <a:spcAft>
                          <a:spcPts val="0"/>
                        </a:spcAft>
                        <a:buNone/>
                      </a:pPr>
                      <a:r>
                        <a:rPr lang="en-US" sz="2800"/>
                        <a:t>9</a:t>
                      </a:r>
                      <a:endParaRPr/>
                    </a:p>
                  </a:txBody>
                  <a:tcPr marT="45725" marB="45725" marR="91450" marL="91450"/>
                </a:tc>
              </a:tr>
              <a:tr h="512050">
                <a:tc>
                  <a:txBody>
                    <a:bodyPr/>
                    <a:lstStyle/>
                    <a:p>
                      <a:pPr indent="0" lvl="0" marL="0" marR="0" rtl="0" algn="ctr">
                        <a:spcBef>
                          <a:spcPts val="0"/>
                        </a:spcBef>
                        <a:spcAft>
                          <a:spcPts val="0"/>
                        </a:spcAft>
                        <a:buNone/>
                      </a:pPr>
                      <a:r>
                        <a:rPr lang="en-US" sz="2800"/>
                        <a:t>10</a:t>
                      </a:r>
                      <a:endParaRPr/>
                    </a:p>
                  </a:txBody>
                  <a:tcPr marT="45725" marB="45725" marR="91450" marL="91450"/>
                </a:tc>
              </a:tr>
              <a:tr h="512050">
                <a:tc>
                  <a:txBody>
                    <a:bodyPr/>
                    <a:lstStyle/>
                    <a:p>
                      <a:pPr indent="0" lvl="0" marL="0" marR="0" rtl="0" algn="ctr">
                        <a:spcBef>
                          <a:spcPts val="0"/>
                        </a:spcBef>
                        <a:spcAft>
                          <a:spcPts val="0"/>
                        </a:spcAft>
                        <a:buNone/>
                      </a:pPr>
                      <a:r>
                        <a:rPr lang="en-US" sz="2800"/>
                        <a:t>11</a:t>
                      </a:r>
                      <a:endParaRPr/>
                    </a:p>
                  </a:txBody>
                  <a:tcPr marT="45725" marB="45725" marR="91450" marL="91450"/>
                </a:tc>
              </a:tr>
              <a:tr h="512050">
                <a:tc>
                  <a:txBody>
                    <a:bodyPr/>
                    <a:lstStyle/>
                    <a:p>
                      <a:pPr indent="0" lvl="0" marL="0" marR="0" rtl="0" algn="ctr">
                        <a:spcBef>
                          <a:spcPts val="0"/>
                        </a:spcBef>
                        <a:spcAft>
                          <a:spcPts val="0"/>
                        </a:spcAft>
                        <a:buNone/>
                      </a:pPr>
                      <a:r>
                        <a:rPr lang="en-US" sz="2800"/>
                        <a:t>12</a:t>
                      </a:r>
                      <a:endParaRPr/>
                    </a:p>
                  </a:txBody>
                  <a:tcPr marT="45725" marB="45725" marR="91450" marL="91450"/>
                </a:tc>
              </a:tr>
              <a:tr h="512050">
                <a:tc>
                  <a:txBody>
                    <a:bodyPr/>
                    <a:lstStyle/>
                    <a:p>
                      <a:pPr indent="0" lvl="0" marL="0" marR="0" rtl="0" algn="ctr">
                        <a:spcBef>
                          <a:spcPts val="0"/>
                        </a:spcBef>
                        <a:spcAft>
                          <a:spcPts val="0"/>
                        </a:spcAft>
                        <a:buNone/>
                      </a:pPr>
                      <a:r>
                        <a:rPr lang="en-US" sz="2800"/>
                        <a:t>13</a:t>
                      </a:r>
                      <a:endParaRPr/>
                    </a:p>
                  </a:txBody>
                  <a:tcPr marT="45725" marB="45725" marR="91450" marL="91450"/>
                </a:tc>
              </a:tr>
              <a:tr h="512050">
                <a:tc>
                  <a:txBody>
                    <a:bodyPr/>
                    <a:lstStyle/>
                    <a:p>
                      <a:pPr indent="0" lvl="0" marL="0" marR="0" rtl="0" algn="ctr">
                        <a:spcBef>
                          <a:spcPts val="0"/>
                        </a:spcBef>
                        <a:spcAft>
                          <a:spcPts val="0"/>
                        </a:spcAft>
                        <a:buNone/>
                      </a:pPr>
                      <a:r>
                        <a:rPr lang="en-US" sz="2800"/>
                        <a:t>14</a:t>
                      </a:r>
                      <a:endParaRPr/>
                    </a:p>
                  </a:txBody>
                  <a:tcPr marT="45725" marB="45725" marR="91450" marL="91450"/>
                </a:tc>
              </a:tr>
              <a:tr h="512050">
                <a:tc>
                  <a:txBody>
                    <a:bodyPr/>
                    <a:lstStyle/>
                    <a:p>
                      <a:pPr indent="0" lvl="0" marL="0" marR="0" rtl="0" algn="ctr">
                        <a:spcBef>
                          <a:spcPts val="0"/>
                        </a:spcBef>
                        <a:spcAft>
                          <a:spcPts val="0"/>
                        </a:spcAft>
                        <a:buNone/>
                      </a:pPr>
                      <a:r>
                        <a:rPr lang="en-US" sz="2800"/>
                        <a:t>15</a:t>
                      </a:r>
                      <a:endParaRPr/>
                    </a:p>
                  </a:txBody>
                  <a:tcPr marT="45725" marB="45725" marR="91450" marL="91450"/>
                </a:tc>
              </a:tr>
            </a:tbl>
          </a:graphicData>
        </a:graphic>
      </p:graphicFrame>
      <p:sp>
        <p:nvSpPr>
          <p:cNvPr id="289" name="Google Shape;289;p15"/>
          <p:cNvSpPr/>
          <p:nvPr/>
        </p:nvSpPr>
        <p:spPr>
          <a:xfrm>
            <a:off x="4240620" y="3438767"/>
            <a:ext cx="4231664" cy="83099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Calibri"/>
                <a:ea typeface="Calibri"/>
                <a:cs typeface="Calibri"/>
                <a:sym typeface="Calibri"/>
              </a:rPr>
              <a:t>Then B will know the unknown number of A.       How can it be ? </a:t>
            </a:r>
            <a:endParaRPr/>
          </a:p>
        </p:txBody>
      </p:sp>
      <p:graphicFrame>
        <p:nvGraphicFramePr>
          <p:cNvPr id="290" name="Google Shape;290;p15"/>
          <p:cNvGraphicFramePr/>
          <p:nvPr/>
        </p:nvGraphicFramePr>
        <p:xfrm>
          <a:off x="1443120" y="1516375"/>
          <a:ext cx="3000000" cy="3000000"/>
        </p:xfrm>
        <a:graphic>
          <a:graphicData uri="http://schemas.openxmlformats.org/drawingml/2006/table">
            <a:tbl>
              <a:tblPr bandRow="1" firstRow="1">
                <a:noFill/>
                <a:tableStyleId>{CC6623F7-FD46-4170-9833-6D3543AD114E}</a:tableStyleId>
              </a:tblPr>
              <a:tblGrid>
                <a:gridCol w="828100"/>
              </a:tblGrid>
              <a:tr h="512050">
                <a:tc>
                  <a:txBody>
                    <a:bodyPr/>
                    <a:lstStyle/>
                    <a:p>
                      <a:pPr indent="0" lvl="0" marL="0" marR="0" rtl="0" algn="ctr">
                        <a:spcBef>
                          <a:spcPts val="0"/>
                        </a:spcBef>
                        <a:spcAft>
                          <a:spcPts val="0"/>
                        </a:spcAft>
                        <a:buNone/>
                      </a:pPr>
                      <a:r>
                        <a:rPr lang="en-US" sz="2800"/>
                        <a:t>2</a:t>
                      </a:r>
                      <a:endParaRPr/>
                    </a:p>
                  </a:txBody>
                  <a:tcPr marT="45725" marB="45725" marR="91450" marL="91450"/>
                </a:tc>
              </a:tr>
              <a:tr h="512050">
                <a:tc>
                  <a:txBody>
                    <a:bodyPr/>
                    <a:lstStyle/>
                    <a:p>
                      <a:pPr indent="0" lvl="0" marL="0" marR="0" rtl="0" algn="ctr">
                        <a:spcBef>
                          <a:spcPts val="0"/>
                        </a:spcBef>
                        <a:spcAft>
                          <a:spcPts val="0"/>
                        </a:spcAft>
                        <a:buNone/>
                      </a:pPr>
                      <a:r>
                        <a:rPr lang="en-US" sz="2800"/>
                        <a:t>4</a:t>
                      </a:r>
                      <a:endParaRPr/>
                    </a:p>
                  </a:txBody>
                  <a:tcPr marT="45725" marB="45725" marR="91450" marL="91450"/>
                </a:tc>
              </a:tr>
              <a:tr h="512050">
                <a:tc>
                  <a:txBody>
                    <a:bodyPr/>
                    <a:lstStyle/>
                    <a:p>
                      <a:pPr indent="0" lvl="0" marL="0" marR="0" rtl="0" algn="ctr">
                        <a:spcBef>
                          <a:spcPts val="0"/>
                        </a:spcBef>
                        <a:spcAft>
                          <a:spcPts val="0"/>
                        </a:spcAft>
                        <a:buNone/>
                      </a:pPr>
                      <a:r>
                        <a:rPr lang="en-US" sz="2800"/>
                        <a:t>5</a:t>
                      </a:r>
                      <a:endParaRPr/>
                    </a:p>
                  </a:txBody>
                  <a:tcPr marT="45725" marB="45725" marR="91450" marL="91450"/>
                </a:tc>
              </a:tr>
              <a:tr h="512050">
                <a:tc>
                  <a:txBody>
                    <a:bodyPr/>
                    <a:lstStyle/>
                    <a:p>
                      <a:pPr indent="0" lvl="0" marL="0" marR="0" rtl="0" algn="ctr">
                        <a:spcBef>
                          <a:spcPts val="0"/>
                        </a:spcBef>
                        <a:spcAft>
                          <a:spcPts val="0"/>
                        </a:spcAft>
                        <a:buNone/>
                      </a:pPr>
                      <a:r>
                        <a:rPr lang="en-US" sz="2800"/>
                        <a:t>6</a:t>
                      </a:r>
                      <a:endParaRPr/>
                    </a:p>
                  </a:txBody>
                  <a:tcPr marT="45725" marB="45725" marR="91450" marL="91450"/>
                </a:tc>
              </a:tr>
              <a:tr h="512050">
                <a:tc>
                  <a:txBody>
                    <a:bodyPr/>
                    <a:lstStyle/>
                    <a:p>
                      <a:pPr indent="0" lvl="0" marL="0" marR="0" rtl="0" algn="ctr">
                        <a:spcBef>
                          <a:spcPts val="0"/>
                        </a:spcBef>
                        <a:spcAft>
                          <a:spcPts val="0"/>
                        </a:spcAft>
                        <a:buNone/>
                      </a:pPr>
                      <a:r>
                        <a:rPr lang="en-US" sz="2800"/>
                        <a:t>7</a:t>
                      </a:r>
                      <a:endParaRPr/>
                    </a:p>
                  </a:txBody>
                  <a:tcPr marT="45725" marB="45725" marR="91450" marL="91450"/>
                </a:tc>
              </a:tr>
              <a:tr h="512050">
                <a:tc>
                  <a:txBody>
                    <a:bodyPr/>
                    <a:lstStyle/>
                    <a:p>
                      <a:pPr indent="0" lvl="0" marL="0" marR="0" rtl="0" algn="ctr">
                        <a:spcBef>
                          <a:spcPts val="0"/>
                        </a:spcBef>
                        <a:spcAft>
                          <a:spcPts val="0"/>
                        </a:spcAft>
                        <a:buNone/>
                      </a:pPr>
                      <a:r>
                        <a:rPr lang="en-US" sz="2800"/>
                        <a:t>12</a:t>
                      </a:r>
                      <a:endParaRPr/>
                    </a:p>
                  </a:txBody>
                  <a:tcPr marT="45725" marB="45725" marR="91450" marL="91450"/>
                </a:tc>
              </a:tr>
              <a:tr h="512050">
                <a:tc>
                  <a:txBody>
                    <a:bodyPr/>
                    <a:lstStyle/>
                    <a:p>
                      <a:pPr indent="0" lvl="0" marL="0" marR="0" rtl="0" algn="ctr">
                        <a:spcBef>
                          <a:spcPts val="0"/>
                        </a:spcBef>
                        <a:spcAft>
                          <a:spcPts val="0"/>
                        </a:spcAft>
                        <a:buNone/>
                      </a:pPr>
                      <a:r>
                        <a:rPr lang="en-US" sz="2800"/>
                        <a:t>13</a:t>
                      </a:r>
                      <a:endParaRPr/>
                    </a:p>
                  </a:txBody>
                  <a:tcPr marT="45725" marB="45725" marR="91450" marL="91450"/>
                </a:tc>
              </a:tr>
              <a:tr h="512050">
                <a:tc>
                  <a:txBody>
                    <a:bodyPr/>
                    <a:lstStyle/>
                    <a:p>
                      <a:pPr indent="0" lvl="0" marL="0" marR="0" rtl="0" algn="ctr">
                        <a:spcBef>
                          <a:spcPts val="0"/>
                        </a:spcBef>
                        <a:spcAft>
                          <a:spcPts val="0"/>
                        </a:spcAft>
                        <a:buNone/>
                      </a:pPr>
                      <a:r>
                        <a:rPr lang="en-US" sz="2800"/>
                        <a:t>14</a:t>
                      </a:r>
                      <a:endParaRPr/>
                    </a:p>
                  </a:txBody>
                  <a:tcPr marT="45725" marB="45725" marR="91450" marL="91450"/>
                </a:tc>
              </a:tr>
              <a:tr h="512050">
                <a:tc>
                  <a:txBody>
                    <a:bodyPr/>
                    <a:lstStyle/>
                    <a:p>
                      <a:pPr indent="0" lvl="0" marL="0" marR="0" rtl="0" algn="ctr">
                        <a:spcBef>
                          <a:spcPts val="0"/>
                        </a:spcBef>
                        <a:spcAft>
                          <a:spcPts val="0"/>
                        </a:spcAft>
                        <a:buNone/>
                      </a:pPr>
                      <a:r>
                        <a:rPr lang="en-US" sz="2800"/>
                        <a:t>15</a:t>
                      </a:r>
                      <a:endParaRPr/>
                    </a:p>
                  </a:txBody>
                  <a:tcPr marT="45725" marB="45725" marR="91450" marL="91450"/>
                </a:tc>
              </a:tr>
            </a:tbl>
          </a:graphicData>
        </a:graphic>
      </p:graphicFrame>
      <p:graphicFrame>
        <p:nvGraphicFramePr>
          <p:cNvPr id="291" name="Google Shape;291;p15"/>
          <p:cNvGraphicFramePr/>
          <p:nvPr/>
        </p:nvGraphicFramePr>
        <p:xfrm>
          <a:off x="2281656" y="1516375"/>
          <a:ext cx="3000000" cy="3000000"/>
        </p:xfrm>
        <a:graphic>
          <a:graphicData uri="http://schemas.openxmlformats.org/drawingml/2006/table">
            <a:tbl>
              <a:tblPr bandRow="1" firstRow="1">
                <a:noFill/>
                <a:tableStyleId>{CC6623F7-FD46-4170-9833-6D3543AD114E}</a:tableStyleId>
              </a:tblPr>
              <a:tblGrid>
                <a:gridCol w="828100"/>
              </a:tblGrid>
              <a:tr h="512050">
                <a:tc>
                  <a:txBody>
                    <a:bodyPr/>
                    <a:lstStyle/>
                    <a:p>
                      <a:pPr indent="0" lvl="0" marL="0" marR="0" rtl="0" algn="ctr">
                        <a:spcBef>
                          <a:spcPts val="0"/>
                        </a:spcBef>
                        <a:spcAft>
                          <a:spcPts val="0"/>
                        </a:spcAft>
                        <a:buNone/>
                      </a:pPr>
                      <a:r>
                        <a:rPr lang="en-US" sz="2800"/>
                        <a:t>3</a:t>
                      </a:r>
                      <a:endParaRPr/>
                    </a:p>
                  </a:txBody>
                  <a:tcPr marT="45725" marB="45725" marR="91450" marL="91450"/>
                </a:tc>
              </a:tr>
              <a:tr h="512050">
                <a:tc>
                  <a:txBody>
                    <a:bodyPr/>
                    <a:lstStyle/>
                    <a:p>
                      <a:pPr indent="0" lvl="0" marL="0" marR="0" rtl="0" algn="ctr">
                        <a:spcBef>
                          <a:spcPts val="0"/>
                        </a:spcBef>
                        <a:spcAft>
                          <a:spcPts val="0"/>
                        </a:spcAft>
                        <a:buNone/>
                      </a:pPr>
                      <a:r>
                        <a:rPr lang="en-US" sz="2800"/>
                        <a:t>2</a:t>
                      </a:r>
                      <a:endParaRPr/>
                    </a:p>
                  </a:txBody>
                  <a:tcPr marT="45725" marB="45725" marR="91450" marL="91450"/>
                </a:tc>
              </a:tr>
              <a:tr h="512050">
                <a:tc>
                  <a:txBody>
                    <a:bodyPr/>
                    <a:lstStyle/>
                    <a:p>
                      <a:pPr indent="0" lvl="0" marL="0" marR="0" rtl="0" algn="ctr">
                        <a:spcBef>
                          <a:spcPts val="0"/>
                        </a:spcBef>
                        <a:spcAft>
                          <a:spcPts val="0"/>
                        </a:spcAft>
                        <a:buNone/>
                      </a:pPr>
                      <a:r>
                        <a:rPr lang="en-US" sz="2800"/>
                        <a:t>3</a:t>
                      </a:r>
                      <a:endParaRPr/>
                    </a:p>
                  </a:txBody>
                  <a:tcPr marT="45725" marB="45725" marR="91450" marL="91450"/>
                </a:tc>
              </a:tr>
              <a:tr h="512050">
                <a:tc>
                  <a:txBody>
                    <a:bodyPr/>
                    <a:lstStyle/>
                    <a:p>
                      <a:pPr indent="0" lvl="0" marL="0" marR="0" rtl="0" algn="ctr">
                        <a:spcBef>
                          <a:spcPts val="0"/>
                        </a:spcBef>
                        <a:spcAft>
                          <a:spcPts val="0"/>
                        </a:spcAft>
                        <a:buNone/>
                      </a:pPr>
                      <a:r>
                        <a:rPr lang="en-US" sz="2800"/>
                        <a:t>6</a:t>
                      </a:r>
                      <a:endParaRPr/>
                    </a:p>
                  </a:txBody>
                  <a:tcPr marT="45725" marB="45725" marR="91450" marL="91450"/>
                </a:tc>
              </a:tr>
              <a:tr h="512050">
                <a:tc>
                  <a:txBody>
                    <a:bodyPr/>
                    <a:lstStyle/>
                    <a:p>
                      <a:pPr indent="0" lvl="0" marL="0" marR="0" rtl="0" algn="ctr">
                        <a:spcBef>
                          <a:spcPts val="0"/>
                        </a:spcBef>
                        <a:spcAft>
                          <a:spcPts val="0"/>
                        </a:spcAft>
                        <a:buNone/>
                      </a:pPr>
                      <a:r>
                        <a:rPr lang="en-US" sz="2800"/>
                        <a:t>7</a:t>
                      </a:r>
                      <a:endParaRPr/>
                    </a:p>
                  </a:txBody>
                  <a:tcPr marT="45725" marB="45725" marR="91450" marL="91450"/>
                </a:tc>
              </a:tr>
              <a:tr h="512050">
                <a:tc>
                  <a:txBody>
                    <a:bodyPr/>
                    <a:lstStyle/>
                    <a:p>
                      <a:pPr indent="0" lvl="0" marL="0" marR="0" rtl="0" algn="ctr">
                        <a:spcBef>
                          <a:spcPts val="0"/>
                        </a:spcBef>
                        <a:spcAft>
                          <a:spcPts val="0"/>
                        </a:spcAft>
                        <a:buNone/>
                      </a:pPr>
                      <a:r>
                        <a:rPr lang="en-US" sz="2800"/>
                        <a:t>10</a:t>
                      </a:r>
                      <a:endParaRPr/>
                    </a:p>
                  </a:txBody>
                  <a:tcPr marT="45725" marB="45725" marR="91450" marL="91450"/>
                </a:tc>
              </a:tr>
              <a:tr h="512050">
                <a:tc>
                  <a:txBody>
                    <a:bodyPr/>
                    <a:lstStyle/>
                    <a:p>
                      <a:pPr indent="0" lvl="0" marL="0" marR="0" rtl="0" algn="ctr">
                        <a:spcBef>
                          <a:spcPts val="0"/>
                        </a:spcBef>
                        <a:spcAft>
                          <a:spcPts val="0"/>
                        </a:spcAft>
                        <a:buNone/>
                      </a:pPr>
                      <a:r>
                        <a:rPr lang="en-US" sz="2800"/>
                        <a:t>11</a:t>
                      </a:r>
                      <a:endParaRPr/>
                    </a:p>
                  </a:txBody>
                  <a:tcPr marT="45725" marB="45725" marR="91450" marL="91450"/>
                </a:tc>
              </a:tr>
              <a:tr h="512050">
                <a:tc>
                  <a:txBody>
                    <a:bodyPr/>
                    <a:lstStyle/>
                    <a:p>
                      <a:pPr indent="0" lvl="0" marL="0" marR="0" rtl="0" algn="ctr">
                        <a:spcBef>
                          <a:spcPts val="0"/>
                        </a:spcBef>
                        <a:spcAft>
                          <a:spcPts val="0"/>
                        </a:spcAft>
                        <a:buNone/>
                      </a:pPr>
                      <a:r>
                        <a:rPr lang="en-US" sz="2800"/>
                        <a:t>14</a:t>
                      </a:r>
                      <a:endParaRPr/>
                    </a:p>
                  </a:txBody>
                  <a:tcPr marT="45725" marB="45725" marR="91450" marL="91450"/>
                </a:tc>
              </a:tr>
              <a:tr h="512050">
                <a:tc>
                  <a:txBody>
                    <a:bodyPr/>
                    <a:lstStyle/>
                    <a:p>
                      <a:pPr indent="0" lvl="0" marL="0" marR="0" rtl="0" algn="ctr">
                        <a:spcBef>
                          <a:spcPts val="0"/>
                        </a:spcBef>
                        <a:spcAft>
                          <a:spcPts val="0"/>
                        </a:spcAft>
                        <a:buNone/>
                      </a:pPr>
                      <a:r>
                        <a:rPr lang="en-US" sz="2800"/>
                        <a:t>15</a:t>
                      </a:r>
                      <a:endParaRPr/>
                    </a:p>
                  </a:txBody>
                  <a:tcPr marT="45725" marB="45725" marR="91450" marL="91450"/>
                </a:tc>
              </a:tr>
            </a:tbl>
          </a:graphicData>
        </a:graphic>
      </p:graphicFrame>
      <p:graphicFrame>
        <p:nvGraphicFramePr>
          <p:cNvPr id="292" name="Google Shape;292;p15"/>
          <p:cNvGraphicFramePr/>
          <p:nvPr/>
        </p:nvGraphicFramePr>
        <p:xfrm>
          <a:off x="3120192" y="1516375"/>
          <a:ext cx="3000000" cy="3000000"/>
        </p:xfrm>
        <a:graphic>
          <a:graphicData uri="http://schemas.openxmlformats.org/drawingml/2006/table">
            <a:tbl>
              <a:tblPr bandRow="1" firstRow="1">
                <a:noFill/>
                <a:tableStyleId>{CC6623F7-FD46-4170-9833-6D3543AD114E}</a:tableStyleId>
              </a:tblPr>
              <a:tblGrid>
                <a:gridCol w="828100"/>
              </a:tblGrid>
              <a:tr h="512050">
                <a:tc>
                  <a:txBody>
                    <a:bodyPr/>
                    <a:lstStyle/>
                    <a:p>
                      <a:pPr indent="0" lvl="0" marL="0" marR="0" rtl="0" algn="ctr">
                        <a:spcBef>
                          <a:spcPts val="0"/>
                        </a:spcBef>
                        <a:spcAft>
                          <a:spcPts val="0"/>
                        </a:spcAft>
                        <a:buNone/>
                      </a:pPr>
                      <a:r>
                        <a:rPr lang="en-US" sz="2800"/>
                        <a:t>4</a:t>
                      </a:r>
                      <a:endParaRPr/>
                    </a:p>
                  </a:txBody>
                  <a:tcPr marT="45725" marB="45725" marR="91450" marL="91450"/>
                </a:tc>
              </a:tr>
              <a:tr h="512050">
                <a:tc>
                  <a:txBody>
                    <a:bodyPr/>
                    <a:lstStyle/>
                    <a:p>
                      <a:pPr indent="0" lvl="0" marL="0" marR="0" rtl="0" algn="ctr">
                        <a:spcBef>
                          <a:spcPts val="0"/>
                        </a:spcBef>
                        <a:spcAft>
                          <a:spcPts val="0"/>
                        </a:spcAft>
                        <a:buNone/>
                      </a:pPr>
                      <a:r>
                        <a:rPr lang="en-US" sz="2800"/>
                        <a:t>1</a:t>
                      </a:r>
                      <a:endParaRPr/>
                    </a:p>
                  </a:txBody>
                  <a:tcPr marT="45725" marB="45725" marR="91450" marL="91450"/>
                </a:tc>
              </a:tr>
              <a:tr h="512050">
                <a:tc>
                  <a:txBody>
                    <a:bodyPr/>
                    <a:lstStyle/>
                    <a:p>
                      <a:pPr indent="0" lvl="0" marL="0" marR="0" rtl="0" algn="ctr">
                        <a:spcBef>
                          <a:spcPts val="0"/>
                        </a:spcBef>
                        <a:spcAft>
                          <a:spcPts val="0"/>
                        </a:spcAft>
                        <a:buNone/>
                      </a:pPr>
                      <a:r>
                        <a:rPr lang="en-US" sz="2800"/>
                        <a:t>3</a:t>
                      </a:r>
                      <a:endParaRPr/>
                    </a:p>
                  </a:txBody>
                  <a:tcPr marT="45725" marB="45725" marR="91450" marL="91450"/>
                </a:tc>
              </a:tr>
              <a:tr h="512050">
                <a:tc>
                  <a:txBody>
                    <a:bodyPr/>
                    <a:lstStyle/>
                    <a:p>
                      <a:pPr indent="0" lvl="0" marL="0" marR="0" rtl="0" algn="ctr">
                        <a:spcBef>
                          <a:spcPts val="0"/>
                        </a:spcBef>
                        <a:spcAft>
                          <a:spcPts val="0"/>
                        </a:spcAft>
                        <a:buNone/>
                      </a:pPr>
                      <a:r>
                        <a:rPr lang="en-US" sz="2800"/>
                        <a:t>5</a:t>
                      </a:r>
                      <a:endParaRPr/>
                    </a:p>
                  </a:txBody>
                  <a:tcPr marT="45725" marB="45725" marR="91450" marL="91450"/>
                </a:tc>
              </a:tr>
              <a:tr h="512050">
                <a:tc>
                  <a:txBody>
                    <a:bodyPr/>
                    <a:lstStyle/>
                    <a:p>
                      <a:pPr indent="0" lvl="0" marL="0" marR="0" rtl="0" algn="ctr">
                        <a:spcBef>
                          <a:spcPts val="0"/>
                        </a:spcBef>
                        <a:spcAft>
                          <a:spcPts val="0"/>
                        </a:spcAft>
                        <a:buNone/>
                      </a:pPr>
                      <a:r>
                        <a:rPr lang="en-US" sz="2800"/>
                        <a:t>7</a:t>
                      </a:r>
                      <a:endParaRPr/>
                    </a:p>
                  </a:txBody>
                  <a:tcPr marT="45725" marB="45725" marR="91450" marL="91450"/>
                </a:tc>
              </a:tr>
              <a:tr h="512050">
                <a:tc>
                  <a:txBody>
                    <a:bodyPr/>
                    <a:lstStyle/>
                    <a:p>
                      <a:pPr indent="0" lvl="0" marL="0" marR="0" rtl="0" algn="ctr">
                        <a:spcBef>
                          <a:spcPts val="0"/>
                        </a:spcBef>
                        <a:spcAft>
                          <a:spcPts val="0"/>
                        </a:spcAft>
                        <a:buNone/>
                      </a:pPr>
                      <a:r>
                        <a:rPr lang="en-US" sz="2800"/>
                        <a:t>9</a:t>
                      </a:r>
                      <a:endParaRPr/>
                    </a:p>
                  </a:txBody>
                  <a:tcPr marT="45725" marB="45725" marR="91450" marL="91450"/>
                </a:tc>
              </a:tr>
              <a:tr h="512050">
                <a:tc>
                  <a:txBody>
                    <a:bodyPr/>
                    <a:lstStyle/>
                    <a:p>
                      <a:pPr indent="0" lvl="0" marL="0" marR="0" rtl="0" algn="ctr">
                        <a:spcBef>
                          <a:spcPts val="0"/>
                        </a:spcBef>
                        <a:spcAft>
                          <a:spcPts val="0"/>
                        </a:spcAft>
                        <a:buNone/>
                      </a:pPr>
                      <a:r>
                        <a:rPr lang="en-US" sz="2800"/>
                        <a:t>11</a:t>
                      </a:r>
                      <a:endParaRPr/>
                    </a:p>
                  </a:txBody>
                  <a:tcPr marT="45725" marB="45725" marR="91450" marL="91450"/>
                </a:tc>
              </a:tr>
              <a:tr h="512050">
                <a:tc>
                  <a:txBody>
                    <a:bodyPr/>
                    <a:lstStyle/>
                    <a:p>
                      <a:pPr indent="0" lvl="0" marL="0" marR="0" rtl="0" algn="ctr">
                        <a:spcBef>
                          <a:spcPts val="0"/>
                        </a:spcBef>
                        <a:spcAft>
                          <a:spcPts val="0"/>
                        </a:spcAft>
                        <a:buNone/>
                      </a:pPr>
                      <a:r>
                        <a:rPr lang="en-US" sz="2800"/>
                        <a:t>13</a:t>
                      </a:r>
                      <a:endParaRPr/>
                    </a:p>
                  </a:txBody>
                  <a:tcPr marT="45725" marB="45725" marR="91450" marL="91450"/>
                </a:tc>
              </a:tr>
              <a:tr h="512050">
                <a:tc>
                  <a:txBody>
                    <a:bodyPr/>
                    <a:lstStyle/>
                    <a:p>
                      <a:pPr indent="0" lvl="0" marL="0" marR="0" rtl="0" algn="ctr">
                        <a:spcBef>
                          <a:spcPts val="0"/>
                        </a:spcBef>
                        <a:spcAft>
                          <a:spcPts val="0"/>
                        </a:spcAft>
                        <a:buNone/>
                      </a:pPr>
                      <a:r>
                        <a:rPr lang="en-US" sz="2800"/>
                        <a:t>15</a:t>
                      </a:r>
                      <a:endParaRPr/>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6"/>
          <p:cNvSpPr txBox="1"/>
          <p:nvPr>
            <p:ph type="title"/>
          </p:nvPr>
        </p:nvSpPr>
        <p:spPr>
          <a:xfrm>
            <a:off x="611560" y="274638"/>
            <a:ext cx="7848872" cy="1143000"/>
          </a:xfrm>
          <a:prstGeom prst="rect">
            <a:avLst/>
          </a:prstGeom>
          <a:solidFill>
            <a:srgbClr val="DAEEF3"/>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Hex Games</a:t>
            </a:r>
            <a:endParaRPr/>
          </a:p>
        </p:txBody>
      </p:sp>
      <p:grpSp>
        <p:nvGrpSpPr>
          <p:cNvPr id="298" name="Google Shape;298;p16"/>
          <p:cNvGrpSpPr/>
          <p:nvPr/>
        </p:nvGrpSpPr>
        <p:grpSpPr>
          <a:xfrm>
            <a:off x="1553602" y="2005007"/>
            <a:ext cx="1086775" cy="1537374"/>
            <a:chOff x="631251" y="1673793"/>
            <a:chExt cx="1086775" cy="1537374"/>
          </a:xfrm>
        </p:grpSpPr>
        <p:grpSp>
          <p:nvGrpSpPr>
            <p:cNvPr id="299" name="Google Shape;299;p16"/>
            <p:cNvGrpSpPr/>
            <p:nvPr/>
          </p:nvGrpSpPr>
          <p:grpSpPr>
            <a:xfrm>
              <a:off x="631251" y="2276873"/>
              <a:ext cx="428975" cy="934294"/>
              <a:chOff x="5292080" y="2519550"/>
              <a:chExt cx="428975" cy="934294"/>
            </a:xfrm>
          </p:grpSpPr>
          <p:cxnSp>
            <p:nvCxnSpPr>
              <p:cNvPr id="300" name="Google Shape;300;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301" name="Google Shape;301;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302" name="Google Shape;302;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303" name="Google Shape;303;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04" name="Google Shape;304;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05" name="Google Shape;305;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306" name="Google Shape;306;p16"/>
            <p:cNvGrpSpPr/>
            <p:nvPr/>
          </p:nvGrpSpPr>
          <p:grpSpPr>
            <a:xfrm>
              <a:off x="853998" y="1673793"/>
              <a:ext cx="428975" cy="934294"/>
              <a:chOff x="5292080" y="2519550"/>
              <a:chExt cx="428975" cy="934294"/>
            </a:xfrm>
          </p:grpSpPr>
          <p:cxnSp>
            <p:nvCxnSpPr>
              <p:cNvPr id="307" name="Google Shape;307;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308" name="Google Shape;308;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309" name="Google Shape;309;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310" name="Google Shape;310;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11" name="Google Shape;311;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12" name="Google Shape;312;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313" name="Google Shape;313;p16"/>
            <p:cNvGrpSpPr/>
            <p:nvPr/>
          </p:nvGrpSpPr>
          <p:grpSpPr>
            <a:xfrm>
              <a:off x="1069419" y="2276872"/>
              <a:ext cx="428975" cy="934294"/>
              <a:chOff x="5292080" y="2519550"/>
              <a:chExt cx="428975" cy="934294"/>
            </a:xfrm>
          </p:grpSpPr>
          <p:cxnSp>
            <p:nvCxnSpPr>
              <p:cNvPr id="314" name="Google Shape;314;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315" name="Google Shape;315;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316" name="Google Shape;316;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317" name="Google Shape;317;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18" name="Google Shape;318;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19" name="Google Shape;319;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320" name="Google Shape;320;p16"/>
            <p:cNvGrpSpPr/>
            <p:nvPr/>
          </p:nvGrpSpPr>
          <p:grpSpPr>
            <a:xfrm>
              <a:off x="1289051" y="1673793"/>
              <a:ext cx="428975" cy="934294"/>
              <a:chOff x="5292080" y="2519550"/>
              <a:chExt cx="428975" cy="934294"/>
            </a:xfrm>
          </p:grpSpPr>
          <p:cxnSp>
            <p:nvCxnSpPr>
              <p:cNvPr id="321" name="Google Shape;321;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322" name="Google Shape;322;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323" name="Google Shape;323;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324" name="Google Shape;324;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25" name="Google Shape;325;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26" name="Google Shape;326;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grpSp>
        <p:nvGrpSpPr>
          <p:cNvPr id="327" name="Google Shape;327;p16"/>
          <p:cNvGrpSpPr/>
          <p:nvPr/>
        </p:nvGrpSpPr>
        <p:grpSpPr>
          <a:xfrm>
            <a:off x="3125720" y="2301587"/>
            <a:ext cx="428975" cy="934294"/>
            <a:chOff x="5292080" y="2519550"/>
            <a:chExt cx="428975" cy="934294"/>
          </a:xfrm>
        </p:grpSpPr>
        <p:cxnSp>
          <p:nvCxnSpPr>
            <p:cNvPr id="328" name="Google Shape;328;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329" name="Google Shape;329;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330" name="Google Shape;330;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331" name="Google Shape;331;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32" name="Google Shape;332;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33" name="Google Shape;333;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334" name="Google Shape;334;p16"/>
          <p:cNvGrpSpPr/>
          <p:nvPr/>
        </p:nvGrpSpPr>
        <p:grpSpPr>
          <a:xfrm>
            <a:off x="3348467" y="1673793"/>
            <a:ext cx="428975" cy="934294"/>
            <a:chOff x="5292080" y="2519550"/>
            <a:chExt cx="428975" cy="934294"/>
          </a:xfrm>
        </p:grpSpPr>
        <p:cxnSp>
          <p:nvCxnSpPr>
            <p:cNvPr id="335" name="Google Shape;335;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336" name="Google Shape;336;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337" name="Google Shape;337;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338" name="Google Shape;338;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39" name="Google Shape;339;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40" name="Google Shape;340;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341" name="Google Shape;341;p16"/>
          <p:cNvGrpSpPr/>
          <p:nvPr/>
        </p:nvGrpSpPr>
        <p:grpSpPr>
          <a:xfrm>
            <a:off x="3563888" y="2276872"/>
            <a:ext cx="428975" cy="934294"/>
            <a:chOff x="5292080" y="2519550"/>
            <a:chExt cx="428975" cy="934294"/>
          </a:xfrm>
        </p:grpSpPr>
        <p:cxnSp>
          <p:nvCxnSpPr>
            <p:cNvPr id="342" name="Google Shape;342;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343" name="Google Shape;343;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344" name="Google Shape;344;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345" name="Google Shape;345;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46" name="Google Shape;346;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47" name="Google Shape;347;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348" name="Google Shape;348;p16"/>
          <p:cNvGrpSpPr/>
          <p:nvPr/>
        </p:nvGrpSpPr>
        <p:grpSpPr>
          <a:xfrm>
            <a:off x="3783520" y="1673793"/>
            <a:ext cx="428975" cy="934294"/>
            <a:chOff x="5292080" y="2519550"/>
            <a:chExt cx="428975" cy="934294"/>
          </a:xfrm>
        </p:grpSpPr>
        <p:cxnSp>
          <p:nvCxnSpPr>
            <p:cNvPr id="349" name="Google Shape;349;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350" name="Google Shape;350;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351" name="Google Shape;351;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352" name="Google Shape;352;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53" name="Google Shape;353;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54" name="Google Shape;354;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355" name="Google Shape;355;p16"/>
          <p:cNvGrpSpPr/>
          <p:nvPr/>
        </p:nvGrpSpPr>
        <p:grpSpPr>
          <a:xfrm>
            <a:off x="2907539" y="2916063"/>
            <a:ext cx="428975" cy="934294"/>
            <a:chOff x="5292080" y="2519550"/>
            <a:chExt cx="428975" cy="934294"/>
          </a:xfrm>
        </p:grpSpPr>
        <p:cxnSp>
          <p:nvCxnSpPr>
            <p:cNvPr id="356" name="Google Shape;356;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357" name="Google Shape;357;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358" name="Google Shape;358;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359" name="Google Shape;359;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60" name="Google Shape;360;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61" name="Google Shape;361;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362" name="Google Shape;362;p16"/>
          <p:cNvGrpSpPr/>
          <p:nvPr/>
        </p:nvGrpSpPr>
        <p:grpSpPr>
          <a:xfrm>
            <a:off x="3339526" y="2902745"/>
            <a:ext cx="428975" cy="934294"/>
            <a:chOff x="5292080" y="2519550"/>
            <a:chExt cx="428975" cy="934294"/>
          </a:xfrm>
        </p:grpSpPr>
        <p:cxnSp>
          <p:nvCxnSpPr>
            <p:cNvPr id="363" name="Google Shape;363;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364" name="Google Shape;364;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365" name="Google Shape;365;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366" name="Google Shape;366;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67" name="Google Shape;367;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68" name="Google Shape;368;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369" name="Google Shape;369;p16"/>
          <p:cNvGrpSpPr/>
          <p:nvPr/>
        </p:nvGrpSpPr>
        <p:grpSpPr>
          <a:xfrm>
            <a:off x="3747651" y="2885406"/>
            <a:ext cx="428975" cy="934294"/>
            <a:chOff x="5292080" y="2519550"/>
            <a:chExt cx="428975" cy="934294"/>
          </a:xfrm>
        </p:grpSpPr>
        <p:cxnSp>
          <p:nvCxnSpPr>
            <p:cNvPr id="370" name="Google Shape;370;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371" name="Google Shape;371;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372" name="Google Shape;372;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373" name="Google Shape;373;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74" name="Google Shape;374;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75" name="Google Shape;375;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376" name="Google Shape;376;p16"/>
          <p:cNvGrpSpPr/>
          <p:nvPr/>
        </p:nvGrpSpPr>
        <p:grpSpPr>
          <a:xfrm>
            <a:off x="3981590" y="2292291"/>
            <a:ext cx="428975" cy="934294"/>
            <a:chOff x="5292080" y="2519550"/>
            <a:chExt cx="428975" cy="934294"/>
          </a:xfrm>
        </p:grpSpPr>
        <p:cxnSp>
          <p:nvCxnSpPr>
            <p:cNvPr id="377" name="Google Shape;377;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378" name="Google Shape;378;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379" name="Google Shape;379;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380" name="Google Shape;380;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81" name="Google Shape;381;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82" name="Google Shape;382;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383" name="Google Shape;383;p16"/>
          <p:cNvGrpSpPr/>
          <p:nvPr/>
        </p:nvGrpSpPr>
        <p:grpSpPr>
          <a:xfrm>
            <a:off x="4207082" y="1673793"/>
            <a:ext cx="428975" cy="934294"/>
            <a:chOff x="5292080" y="2519550"/>
            <a:chExt cx="428975" cy="934294"/>
          </a:xfrm>
        </p:grpSpPr>
        <p:cxnSp>
          <p:nvCxnSpPr>
            <p:cNvPr id="384" name="Google Shape;384;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385" name="Google Shape;385;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386" name="Google Shape;386;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387" name="Google Shape;387;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88" name="Google Shape;388;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89" name="Google Shape;389;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390" name="Google Shape;390;p16"/>
          <p:cNvGrpSpPr/>
          <p:nvPr/>
        </p:nvGrpSpPr>
        <p:grpSpPr>
          <a:xfrm>
            <a:off x="5443844" y="2311194"/>
            <a:ext cx="428975" cy="934294"/>
            <a:chOff x="5292080" y="2519550"/>
            <a:chExt cx="428975" cy="934294"/>
          </a:xfrm>
        </p:grpSpPr>
        <p:cxnSp>
          <p:nvCxnSpPr>
            <p:cNvPr id="391" name="Google Shape;391;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392" name="Google Shape;392;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393" name="Google Shape;393;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394" name="Google Shape;394;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95" name="Google Shape;395;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396" name="Google Shape;396;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397" name="Google Shape;397;p16"/>
          <p:cNvGrpSpPr/>
          <p:nvPr/>
        </p:nvGrpSpPr>
        <p:grpSpPr>
          <a:xfrm>
            <a:off x="5666591" y="1708114"/>
            <a:ext cx="428975" cy="934294"/>
            <a:chOff x="5292080" y="2519550"/>
            <a:chExt cx="428975" cy="934294"/>
          </a:xfrm>
        </p:grpSpPr>
        <p:cxnSp>
          <p:nvCxnSpPr>
            <p:cNvPr id="398" name="Google Shape;398;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399" name="Google Shape;399;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400" name="Google Shape;400;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401" name="Google Shape;401;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02" name="Google Shape;402;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03" name="Google Shape;403;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404" name="Google Shape;404;p16"/>
          <p:cNvGrpSpPr/>
          <p:nvPr/>
        </p:nvGrpSpPr>
        <p:grpSpPr>
          <a:xfrm>
            <a:off x="5882012" y="2311193"/>
            <a:ext cx="428975" cy="934294"/>
            <a:chOff x="5292080" y="2519550"/>
            <a:chExt cx="428975" cy="934294"/>
          </a:xfrm>
        </p:grpSpPr>
        <p:cxnSp>
          <p:nvCxnSpPr>
            <p:cNvPr id="405" name="Google Shape;405;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406" name="Google Shape;406;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407" name="Google Shape;407;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408" name="Google Shape;408;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09" name="Google Shape;409;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10" name="Google Shape;410;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411" name="Google Shape;411;p16"/>
          <p:cNvGrpSpPr/>
          <p:nvPr/>
        </p:nvGrpSpPr>
        <p:grpSpPr>
          <a:xfrm>
            <a:off x="6101644" y="1708114"/>
            <a:ext cx="428975" cy="934294"/>
            <a:chOff x="5292080" y="2519550"/>
            <a:chExt cx="428975" cy="934294"/>
          </a:xfrm>
        </p:grpSpPr>
        <p:cxnSp>
          <p:nvCxnSpPr>
            <p:cNvPr id="412" name="Google Shape;412;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413" name="Google Shape;413;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414" name="Google Shape;414;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415" name="Google Shape;415;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16" name="Google Shape;416;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17" name="Google Shape;417;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418" name="Google Shape;418;p16"/>
          <p:cNvGrpSpPr/>
          <p:nvPr/>
        </p:nvGrpSpPr>
        <p:grpSpPr>
          <a:xfrm>
            <a:off x="5213306" y="2913313"/>
            <a:ext cx="428975" cy="934294"/>
            <a:chOff x="5292080" y="2519550"/>
            <a:chExt cx="428975" cy="934294"/>
          </a:xfrm>
        </p:grpSpPr>
        <p:cxnSp>
          <p:nvCxnSpPr>
            <p:cNvPr id="419" name="Google Shape;419;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420" name="Google Shape;420;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421" name="Google Shape;421;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422" name="Google Shape;422;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23" name="Google Shape;423;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24" name="Google Shape;424;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425" name="Google Shape;425;p16"/>
          <p:cNvGrpSpPr/>
          <p:nvPr/>
        </p:nvGrpSpPr>
        <p:grpSpPr>
          <a:xfrm>
            <a:off x="5632936" y="2912352"/>
            <a:ext cx="428975" cy="934294"/>
            <a:chOff x="5292080" y="2519550"/>
            <a:chExt cx="428975" cy="934294"/>
          </a:xfrm>
        </p:grpSpPr>
        <p:cxnSp>
          <p:nvCxnSpPr>
            <p:cNvPr id="426" name="Google Shape;426;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427" name="Google Shape;427;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428" name="Google Shape;428;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429" name="Google Shape;429;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30" name="Google Shape;430;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31" name="Google Shape;431;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432" name="Google Shape;432;p16"/>
          <p:cNvGrpSpPr/>
          <p:nvPr/>
        </p:nvGrpSpPr>
        <p:grpSpPr>
          <a:xfrm>
            <a:off x="6065775" y="2958238"/>
            <a:ext cx="428975" cy="934294"/>
            <a:chOff x="5292080" y="2519550"/>
            <a:chExt cx="428975" cy="934294"/>
          </a:xfrm>
        </p:grpSpPr>
        <p:cxnSp>
          <p:nvCxnSpPr>
            <p:cNvPr id="433" name="Google Shape;433;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434" name="Google Shape;434;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435" name="Google Shape;435;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436" name="Google Shape;436;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37" name="Google Shape;437;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38" name="Google Shape;438;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439" name="Google Shape;439;p16"/>
          <p:cNvGrpSpPr/>
          <p:nvPr/>
        </p:nvGrpSpPr>
        <p:grpSpPr>
          <a:xfrm>
            <a:off x="6299181" y="2350195"/>
            <a:ext cx="428975" cy="934294"/>
            <a:chOff x="5292080" y="2519550"/>
            <a:chExt cx="428975" cy="934294"/>
          </a:xfrm>
        </p:grpSpPr>
        <p:cxnSp>
          <p:nvCxnSpPr>
            <p:cNvPr id="440" name="Google Shape;440;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441" name="Google Shape;441;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442" name="Google Shape;442;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443" name="Google Shape;443;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44" name="Google Shape;444;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45" name="Google Shape;445;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446" name="Google Shape;446;p16"/>
          <p:cNvGrpSpPr/>
          <p:nvPr/>
        </p:nvGrpSpPr>
        <p:grpSpPr>
          <a:xfrm>
            <a:off x="6525206" y="1708114"/>
            <a:ext cx="428975" cy="934294"/>
            <a:chOff x="5292080" y="2519550"/>
            <a:chExt cx="428975" cy="934294"/>
          </a:xfrm>
        </p:grpSpPr>
        <p:cxnSp>
          <p:nvCxnSpPr>
            <p:cNvPr id="447" name="Google Shape;447;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448" name="Google Shape;448;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449" name="Google Shape;449;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450" name="Google Shape;450;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51" name="Google Shape;451;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52" name="Google Shape;452;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453" name="Google Shape;453;p16"/>
          <p:cNvGrpSpPr/>
          <p:nvPr/>
        </p:nvGrpSpPr>
        <p:grpSpPr>
          <a:xfrm>
            <a:off x="4982218" y="3535965"/>
            <a:ext cx="428975" cy="934294"/>
            <a:chOff x="5292080" y="2519550"/>
            <a:chExt cx="428975" cy="934294"/>
          </a:xfrm>
        </p:grpSpPr>
        <p:cxnSp>
          <p:nvCxnSpPr>
            <p:cNvPr id="454" name="Google Shape;454;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455" name="Google Shape;455;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456" name="Google Shape;456;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457" name="Google Shape;457;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58" name="Google Shape;458;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59" name="Google Shape;459;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460" name="Google Shape;460;p16"/>
          <p:cNvGrpSpPr/>
          <p:nvPr/>
        </p:nvGrpSpPr>
        <p:grpSpPr>
          <a:xfrm>
            <a:off x="5401848" y="3535004"/>
            <a:ext cx="428975" cy="934294"/>
            <a:chOff x="5292080" y="2519550"/>
            <a:chExt cx="428975" cy="934294"/>
          </a:xfrm>
        </p:grpSpPr>
        <p:cxnSp>
          <p:nvCxnSpPr>
            <p:cNvPr id="461" name="Google Shape;461;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462" name="Google Shape;462;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463" name="Google Shape;463;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464" name="Google Shape;464;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65" name="Google Shape;465;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66" name="Google Shape;466;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467" name="Google Shape;467;p16"/>
          <p:cNvGrpSpPr/>
          <p:nvPr/>
        </p:nvGrpSpPr>
        <p:grpSpPr>
          <a:xfrm>
            <a:off x="5834687" y="3542379"/>
            <a:ext cx="428975" cy="934294"/>
            <a:chOff x="5292080" y="2519550"/>
            <a:chExt cx="428975" cy="934294"/>
          </a:xfrm>
        </p:grpSpPr>
        <p:cxnSp>
          <p:nvCxnSpPr>
            <p:cNvPr id="468" name="Google Shape;468;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469" name="Google Shape;469;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470" name="Google Shape;470;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471" name="Google Shape;471;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72" name="Google Shape;472;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73" name="Google Shape;473;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474" name="Google Shape;474;p16"/>
          <p:cNvGrpSpPr/>
          <p:nvPr/>
        </p:nvGrpSpPr>
        <p:grpSpPr>
          <a:xfrm>
            <a:off x="6503393" y="2958238"/>
            <a:ext cx="428975" cy="934294"/>
            <a:chOff x="5292080" y="2519550"/>
            <a:chExt cx="428975" cy="934294"/>
          </a:xfrm>
        </p:grpSpPr>
        <p:cxnSp>
          <p:nvCxnSpPr>
            <p:cNvPr id="475" name="Google Shape;475;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476" name="Google Shape;476;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477" name="Google Shape;477;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478" name="Google Shape;478;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79" name="Google Shape;479;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80" name="Google Shape;480;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481" name="Google Shape;481;p16"/>
          <p:cNvGrpSpPr/>
          <p:nvPr/>
        </p:nvGrpSpPr>
        <p:grpSpPr>
          <a:xfrm>
            <a:off x="6725142" y="2337752"/>
            <a:ext cx="428975" cy="934294"/>
            <a:chOff x="5292080" y="2519550"/>
            <a:chExt cx="428975" cy="934294"/>
          </a:xfrm>
        </p:grpSpPr>
        <p:cxnSp>
          <p:nvCxnSpPr>
            <p:cNvPr id="482" name="Google Shape;482;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483" name="Google Shape;483;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484" name="Google Shape;484;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485" name="Google Shape;485;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86" name="Google Shape;486;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87" name="Google Shape;487;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488" name="Google Shape;488;p16"/>
          <p:cNvGrpSpPr/>
          <p:nvPr/>
        </p:nvGrpSpPr>
        <p:grpSpPr>
          <a:xfrm>
            <a:off x="6962824" y="1720471"/>
            <a:ext cx="428975" cy="934294"/>
            <a:chOff x="5292080" y="2519550"/>
            <a:chExt cx="428975" cy="934294"/>
          </a:xfrm>
        </p:grpSpPr>
        <p:cxnSp>
          <p:nvCxnSpPr>
            <p:cNvPr id="489" name="Google Shape;489;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490" name="Google Shape;490;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491" name="Google Shape;491;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492" name="Google Shape;492;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93" name="Google Shape;493;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494" name="Google Shape;494;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grpSp>
        <p:nvGrpSpPr>
          <p:cNvPr id="495" name="Google Shape;495;p16"/>
          <p:cNvGrpSpPr/>
          <p:nvPr/>
        </p:nvGrpSpPr>
        <p:grpSpPr>
          <a:xfrm>
            <a:off x="6272305" y="3542379"/>
            <a:ext cx="428975" cy="934294"/>
            <a:chOff x="5292080" y="2519550"/>
            <a:chExt cx="428975" cy="934294"/>
          </a:xfrm>
        </p:grpSpPr>
        <p:cxnSp>
          <p:nvCxnSpPr>
            <p:cNvPr id="496" name="Google Shape;496;p16"/>
            <p:cNvCxnSpPr/>
            <p:nvPr/>
          </p:nvCxnSpPr>
          <p:spPr>
            <a:xfrm flipH="1">
              <a:off x="5292080" y="2519550"/>
              <a:ext cx="224328" cy="331214"/>
            </a:xfrm>
            <a:prstGeom prst="straightConnector1">
              <a:avLst/>
            </a:prstGeom>
            <a:noFill/>
            <a:ln cap="flat" cmpd="sng" w="9525">
              <a:solidFill>
                <a:srgbClr val="4A7DBA"/>
              </a:solidFill>
              <a:prstDash val="solid"/>
              <a:round/>
              <a:headEnd len="sm" w="sm" type="none"/>
              <a:tailEnd len="sm" w="sm" type="none"/>
            </a:ln>
          </p:spPr>
        </p:cxnSp>
        <p:cxnSp>
          <p:nvCxnSpPr>
            <p:cNvPr id="497" name="Google Shape;497;p16"/>
            <p:cNvCxnSpPr/>
            <p:nvPr/>
          </p:nvCxnSpPr>
          <p:spPr>
            <a:xfrm flipH="1">
              <a:off x="5493128" y="3137379"/>
              <a:ext cx="221604" cy="316464"/>
            </a:xfrm>
            <a:prstGeom prst="straightConnector1">
              <a:avLst/>
            </a:prstGeom>
            <a:noFill/>
            <a:ln cap="flat" cmpd="sng" w="9525">
              <a:solidFill>
                <a:srgbClr val="4A7DBA"/>
              </a:solidFill>
              <a:prstDash val="solid"/>
              <a:round/>
              <a:headEnd len="sm" w="sm" type="none"/>
              <a:tailEnd len="sm" w="sm" type="none"/>
            </a:ln>
          </p:spPr>
        </p:cxnSp>
        <p:cxnSp>
          <p:nvCxnSpPr>
            <p:cNvPr id="498" name="Google Shape;498;p16"/>
            <p:cNvCxnSpPr/>
            <p:nvPr/>
          </p:nvCxnSpPr>
          <p:spPr>
            <a:xfrm rot="10800000">
              <a:off x="5292080" y="3137379"/>
              <a:ext cx="201048" cy="316465"/>
            </a:xfrm>
            <a:prstGeom prst="straightConnector1">
              <a:avLst/>
            </a:prstGeom>
            <a:noFill/>
            <a:ln cap="flat" cmpd="sng" w="9525">
              <a:solidFill>
                <a:srgbClr val="4A7DBA"/>
              </a:solidFill>
              <a:prstDash val="solid"/>
              <a:round/>
              <a:headEnd len="sm" w="sm" type="none"/>
              <a:tailEnd len="sm" w="sm" type="none"/>
            </a:ln>
          </p:spPr>
        </p:cxnSp>
        <p:cxnSp>
          <p:nvCxnSpPr>
            <p:cNvPr id="499" name="Google Shape;499;p16"/>
            <p:cNvCxnSpPr/>
            <p:nvPr/>
          </p:nvCxnSpPr>
          <p:spPr>
            <a:xfrm>
              <a:off x="5292080"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500" name="Google Shape;500;p16"/>
            <p:cNvCxnSpPr/>
            <p:nvPr/>
          </p:nvCxnSpPr>
          <p:spPr>
            <a:xfrm>
              <a:off x="5717893" y="2836015"/>
              <a:ext cx="0" cy="301364"/>
            </a:xfrm>
            <a:prstGeom prst="straightConnector1">
              <a:avLst/>
            </a:prstGeom>
            <a:noFill/>
            <a:ln cap="flat" cmpd="sng" w="9525">
              <a:solidFill>
                <a:srgbClr val="4A7DBA"/>
              </a:solidFill>
              <a:prstDash val="solid"/>
              <a:round/>
              <a:headEnd len="sm" w="sm" type="none"/>
              <a:tailEnd len="sm" w="sm" type="none"/>
            </a:ln>
          </p:spPr>
        </p:cxnSp>
        <p:cxnSp>
          <p:nvCxnSpPr>
            <p:cNvPr id="501" name="Google Shape;501;p16"/>
            <p:cNvCxnSpPr/>
            <p:nvPr/>
          </p:nvCxnSpPr>
          <p:spPr>
            <a:xfrm>
              <a:off x="5518125" y="2519550"/>
              <a:ext cx="202930" cy="331214"/>
            </a:xfrm>
            <a:prstGeom prst="straightConnector1">
              <a:avLst/>
            </a:prstGeom>
            <a:noFill/>
            <a:ln cap="flat" cmpd="sng" w="9525">
              <a:solidFill>
                <a:srgbClr val="4A7DBA"/>
              </a:solidFill>
              <a:prstDash val="solid"/>
              <a:round/>
              <a:headEnd len="sm" w="sm" type="none"/>
              <a:tailEnd len="sm" w="sm" type="none"/>
            </a:ln>
          </p:spPr>
        </p:cxnSp>
      </p:grpSp>
      <p:sp>
        <p:nvSpPr>
          <p:cNvPr id="502" name="Google Shape;502;p16"/>
          <p:cNvSpPr/>
          <p:nvPr/>
        </p:nvSpPr>
        <p:spPr>
          <a:xfrm>
            <a:off x="1891011" y="2350195"/>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3" name="Google Shape;503;p16"/>
          <p:cNvSpPr/>
          <p:nvPr/>
        </p:nvSpPr>
        <p:spPr>
          <a:xfrm>
            <a:off x="2316691" y="2343208"/>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4" name="Google Shape;504;p16"/>
          <p:cNvSpPr/>
          <p:nvPr/>
        </p:nvSpPr>
        <p:spPr>
          <a:xfrm>
            <a:off x="1660406" y="2970818"/>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5" name="Google Shape;505;p16"/>
          <p:cNvSpPr/>
          <p:nvPr/>
        </p:nvSpPr>
        <p:spPr>
          <a:xfrm>
            <a:off x="2103752" y="2948904"/>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6" name="Google Shape;506;p16"/>
          <p:cNvSpPr/>
          <p:nvPr/>
        </p:nvSpPr>
        <p:spPr>
          <a:xfrm>
            <a:off x="3452824" y="2033729"/>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7" name="Google Shape;507;p16"/>
          <p:cNvSpPr/>
          <p:nvPr/>
        </p:nvSpPr>
        <p:spPr>
          <a:xfrm>
            <a:off x="3873032" y="2045883"/>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8" name="Google Shape;508;p16"/>
          <p:cNvSpPr/>
          <p:nvPr/>
        </p:nvSpPr>
        <p:spPr>
          <a:xfrm>
            <a:off x="4305922" y="2045883"/>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9" name="Google Shape;509;p16"/>
          <p:cNvSpPr/>
          <p:nvPr/>
        </p:nvSpPr>
        <p:spPr>
          <a:xfrm>
            <a:off x="3247125" y="2667738"/>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0" name="Google Shape;510;p16"/>
          <p:cNvSpPr/>
          <p:nvPr/>
        </p:nvSpPr>
        <p:spPr>
          <a:xfrm>
            <a:off x="3667333" y="2679892"/>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1" name="Google Shape;511;p16"/>
          <p:cNvSpPr/>
          <p:nvPr/>
        </p:nvSpPr>
        <p:spPr>
          <a:xfrm>
            <a:off x="4100223" y="2679892"/>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2" name="Google Shape;512;p16"/>
          <p:cNvSpPr/>
          <p:nvPr/>
        </p:nvSpPr>
        <p:spPr>
          <a:xfrm>
            <a:off x="3010380" y="3272724"/>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3" name="Google Shape;513;p16"/>
          <p:cNvSpPr/>
          <p:nvPr/>
        </p:nvSpPr>
        <p:spPr>
          <a:xfrm>
            <a:off x="3430588" y="3284878"/>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4" name="Google Shape;514;p16"/>
          <p:cNvSpPr/>
          <p:nvPr/>
        </p:nvSpPr>
        <p:spPr>
          <a:xfrm>
            <a:off x="3863478" y="3284878"/>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5" name="Google Shape;515;p16"/>
          <p:cNvSpPr/>
          <p:nvPr/>
        </p:nvSpPr>
        <p:spPr>
          <a:xfrm>
            <a:off x="5783074" y="2077111"/>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6" name="Google Shape;516;p16"/>
          <p:cNvSpPr/>
          <p:nvPr/>
        </p:nvSpPr>
        <p:spPr>
          <a:xfrm>
            <a:off x="6203282" y="2089265"/>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7" name="Google Shape;517;p16"/>
          <p:cNvSpPr/>
          <p:nvPr/>
        </p:nvSpPr>
        <p:spPr>
          <a:xfrm>
            <a:off x="6636172" y="2089265"/>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8" name="Google Shape;518;p16"/>
          <p:cNvSpPr/>
          <p:nvPr/>
        </p:nvSpPr>
        <p:spPr>
          <a:xfrm>
            <a:off x="7048441" y="2096256"/>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9" name="Google Shape;519;p16"/>
          <p:cNvSpPr/>
          <p:nvPr/>
        </p:nvSpPr>
        <p:spPr>
          <a:xfrm>
            <a:off x="5566510" y="2686617"/>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0" name="Google Shape;520;p16"/>
          <p:cNvSpPr/>
          <p:nvPr/>
        </p:nvSpPr>
        <p:spPr>
          <a:xfrm>
            <a:off x="5986718" y="2698771"/>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1" name="Google Shape;521;p16"/>
          <p:cNvSpPr/>
          <p:nvPr/>
        </p:nvSpPr>
        <p:spPr>
          <a:xfrm>
            <a:off x="6419608" y="2698771"/>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2" name="Google Shape;522;p16"/>
          <p:cNvSpPr/>
          <p:nvPr/>
        </p:nvSpPr>
        <p:spPr>
          <a:xfrm>
            <a:off x="6831877" y="2705762"/>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3" name="Google Shape;523;p16"/>
          <p:cNvSpPr/>
          <p:nvPr/>
        </p:nvSpPr>
        <p:spPr>
          <a:xfrm>
            <a:off x="5349946" y="3270775"/>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4" name="Google Shape;524;p16"/>
          <p:cNvSpPr/>
          <p:nvPr/>
        </p:nvSpPr>
        <p:spPr>
          <a:xfrm>
            <a:off x="5770154" y="3282929"/>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5" name="Google Shape;525;p16"/>
          <p:cNvSpPr/>
          <p:nvPr/>
        </p:nvSpPr>
        <p:spPr>
          <a:xfrm>
            <a:off x="6203044" y="3282929"/>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6" name="Google Shape;526;p16"/>
          <p:cNvSpPr/>
          <p:nvPr/>
        </p:nvSpPr>
        <p:spPr>
          <a:xfrm>
            <a:off x="6615313" y="3289920"/>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7" name="Google Shape;527;p16"/>
          <p:cNvSpPr/>
          <p:nvPr/>
        </p:nvSpPr>
        <p:spPr>
          <a:xfrm>
            <a:off x="5094208" y="3929385"/>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8" name="Google Shape;528;p16"/>
          <p:cNvSpPr/>
          <p:nvPr/>
        </p:nvSpPr>
        <p:spPr>
          <a:xfrm>
            <a:off x="5514416" y="3941539"/>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9" name="Google Shape;529;p16"/>
          <p:cNvSpPr/>
          <p:nvPr/>
        </p:nvSpPr>
        <p:spPr>
          <a:xfrm>
            <a:off x="5947306" y="3941539"/>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0" name="Google Shape;530;p16"/>
          <p:cNvSpPr/>
          <p:nvPr/>
        </p:nvSpPr>
        <p:spPr>
          <a:xfrm>
            <a:off x="6359575" y="3948530"/>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1" name="Google Shape;531;p16"/>
          <p:cNvSpPr txBox="1"/>
          <p:nvPr/>
        </p:nvSpPr>
        <p:spPr>
          <a:xfrm>
            <a:off x="730088" y="4600666"/>
            <a:ext cx="7799292" cy="13234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chemeClr val="dk1"/>
                </a:solidFill>
                <a:latin typeface="Calibri"/>
                <a:ea typeface="Calibri"/>
                <a:cs typeface="Calibri"/>
                <a:sym typeface="Calibri"/>
              </a:rPr>
              <a:t>White uses white token to construct a continuous chain of white tokens connecting white’s edges (top and the bottom of the board) where as Black from left to the right. Two tokens are adjacent in a chain must be in hexagons having a common edge.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17"/>
          <p:cNvSpPr/>
          <p:nvPr/>
        </p:nvSpPr>
        <p:spPr>
          <a:xfrm>
            <a:off x="2043241" y="657035"/>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7" name="Google Shape;537;p17"/>
          <p:cNvSpPr/>
          <p:nvPr/>
        </p:nvSpPr>
        <p:spPr>
          <a:xfrm>
            <a:off x="2463449" y="669189"/>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8" name="Google Shape;538;p17"/>
          <p:cNvSpPr/>
          <p:nvPr/>
        </p:nvSpPr>
        <p:spPr>
          <a:xfrm>
            <a:off x="2896339" y="669189"/>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9" name="Google Shape;539;p17"/>
          <p:cNvSpPr/>
          <p:nvPr/>
        </p:nvSpPr>
        <p:spPr>
          <a:xfrm>
            <a:off x="3308608" y="676180"/>
            <a:ext cx="216564" cy="243142"/>
          </a:xfrm>
          <a:prstGeom prst="ellipse">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0" name="Google Shape;540;p17"/>
          <p:cNvSpPr/>
          <p:nvPr/>
        </p:nvSpPr>
        <p:spPr>
          <a:xfrm>
            <a:off x="1847536" y="1078875"/>
            <a:ext cx="216564" cy="243142"/>
          </a:xfrm>
          <a:prstGeom prst="ellipse">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1" name="Google Shape;541;p17"/>
          <p:cNvSpPr/>
          <p:nvPr/>
        </p:nvSpPr>
        <p:spPr>
          <a:xfrm>
            <a:off x="2267744" y="1091029"/>
            <a:ext cx="216564" cy="243142"/>
          </a:xfrm>
          <a:prstGeom prst="ellipse">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2" name="Google Shape;542;p17"/>
          <p:cNvSpPr/>
          <p:nvPr/>
        </p:nvSpPr>
        <p:spPr>
          <a:xfrm>
            <a:off x="2700634" y="1091029"/>
            <a:ext cx="216564" cy="243142"/>
          </a:xfrm>
          <a:prstGeom prst="ellipse">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3" name="Google Shape;543;p17"/>
          <p:cNvSpPr/>
          <p:nvPr/>
        </p:nvSpPr>
        <p:spPr>
          <a:xfrm>
            <a:off x="3112903" y="1098020"/>
            <a:ext cx="216564" cy="243142"/>
          </a:xfrm>
          <a:prstGeom prst="ellipse">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4" name="Google Shape;544;p17"/>
          <p:cNvSpPr/>
          <p:nvPr/>
        </p:nvSpPr>
        <p:spPr>
          <a:xfrm>
            <a:off x="1649525" y="1503067"/>
            <a:ext cx="216564" cy="243142"/>
          </a:xfrm>
          <a:prstGeom prst="ellipse">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5" name="Google Shape;545;p17"/>
          <p:cNvSpPr/>
          <p:nvPr/>
        </p:nvSpPr>
        <p:spPr>
          <a:xfrm>
            <a:off x="2069733" y="1515221"/>
            <a:ext cx="216564" cy="243142"/>
          </a:xfrm>
          <a:prstGeom prst="ellipse">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6" name="Google Shape;546;p17"/>
          <p:cNvSpPr/>
          <p:nvPr/>
        </p:nvSpPr>
        <p:spPr>
          <a:xfrm>
            <a:off x="2502623" y="1515221"/>
            <a:ext cx="216564" cy="243142"/>
          </a:xfrm>
          <a:prstGeom prst="ellipse">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7" name="Google Shape;547;p17"/>
          <p:cNvSpPr/>
          <p:nvPr/>
        </p:nvSpPr>
        <p:spPr>
          <a:xfrm>
            <a:off x="2914892" y="1522212"/>
            <a:ext cx="216564" cy="243142"/>
          </a:xfrm>
          <a:prstGeom prst="ellipse">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8" name="Google Shape;548;p17"/>
          <p:cNvSpPr/>
          <p:nvPr/>
        </p:nvSpPr>
        <p:spPr>
          <a:xfrm>
            <a:off x="1414646" y="1904678"/>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9" name="Google Shape;549;p17"/>
          <p:cNvSpPr/>
          <p:nvPr/>
        </p:nvSpPr>
        <p:spPr>
          <a:xfrm>
            <a:off x="1834854" y="1916832"/>
            <a:ext cx="216564" cy="243142"/>
          </a:xfrm>
          <a:prstGeom prst="ellipse">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0" name="Google Shape;550;p17"/>
          <p:cNvSpPr/>
          <p:nvPr/>
        </p:nvSpPr>
        <p:spPr>
          <a:xfrm>
            <a:off x="2267744" y="1916832"/>
            <a:ext cx="216564" cy="243142"/>
          </a:xfrm>
          <a:prstGeom prst="ellipse">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1" name="Google Shape;551;p17"/>
          <p:cNvSpPr/>
          <p:nvPr/>
        </p:nvSpPr>
        <p:spPr>
          <a:xfrm>
            <a:off x="2680013" y="1923823"/>
            <a:ext cx="216564" cy="243142"/>
          </a:xfrm>
          <a:prstGeom prst="ellipse">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2" name="Google Shape;552;p17"/>
          <p:cNvSpPr/>
          <p:nvPr/>
        </p:nvSpPr>
        <p:spPr>
          <a:xfrm>
            <a:off x="3741498" y="676180"/>
            <a:ext cx="216564" cy="243142"/>
          </a:xfrm>
          <a:prstGeom prst="ellipse">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3" name="Google Shape;553;p17"/>
          <p:cNvSpPr/>
          <p:nvPr/>
        </p:nvSpPr>
        <p:spPr>
          <a:xfrm>
            <a:off x="3545793" y="1098020"/>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4" name="Google Shape;554;p17"/>
          <p:cNvSpPr/>
          <p:nvPr/>
        </p:nvSpPr>
        <p:spPr>
          <a:xfrm>
            <a:off x="3347782" y="1522212"/>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5" name="Google Shape;555;p17"/>
          <p:cNvSpPr/>
          <p:nvPr/>
        </p:nvSpPr>
        <p:spPr>
          <a:xfrm>
            <a:off x="3112903" y="1923823"/>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6" name="Google Shape;556;p17"/>
          <p:cNvSpPr/>
          <p:nvPr/>
        </p:nvSpPr>
        <p:spPr>
          <a:xfrm>
            <a:off x="1214190" y="2305921"/>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7" name="Google Shape;557;p17"/>
          <p:cNvSpPr/>
          <p:nvPr/>
        </p:nvSpPr>
        <p:spPr>
          <a:xfrm>
            <a:off x="1634398" y="2318075"/>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8" name="Google Shape;558;p17"/>
          <p:cNvSpPr/>
          <p:nvPr/>
        </p:nvSpPr>
        <p:spPr>
          <a:xfrm>
            <a:off x="2067288" y="2318075"/>
            <a:ext cx="216564" cy="243142"/>
          </a:xfrm>
          <a:prstGeom prst="ellipse">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9" name="Google Shape;559;p17"/>
          <p:cNvSpPr/>
          <p:nvPr/>
        </p:nvSpPr>
        <p:spPr>
          <a:xfrm>
            <a:off x="2479557" y="2325066"/>
            <a:ext cx="216564" cy="243142"/>
          </a:xfrm>
          <a:prstGeom prst="ellipse">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0" name="Google Shape;560;p17"/>
          <p:cNvSpPr/>
          <p:nvPr/>
        </p:nvSpPr>
        <p:spPr>
          <a:xfrm>
            <a:off x="2912447" y="2325066"/>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61" name="Google Shape;561;p17"/>
          <p:cNvGrpSpPr/>
          <p:nvPr/>
        </p:nvGrpSpPr>
        <p:grpSpPr>
          <a:xfrm>
            <a:off x="4499992" y="688196"/>
            <a:ext cx="2743872" cy="1911173"/>
            <a:chOff x="1214190" y="657035"/>
            <a:chExt cx="2743872" cy="1911173"/>
          </a:xfrm>
        </p:grpSpPr>
        <p:sp>
          <p:nvSpPr>
            <p:cNvPr id="562" name="Google Shape;562;p17"/>
            <p:cNvSpPr/>
            <p:nvPr/>
          </p:nvSpPr>
          <p:spPr>
            <a:xfrm>
              <a:off x="2043241" y="657035"/>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3" name="Google Shape;563;p17"/>
            <p:cNvSpPr/>
            <p:nvPr/>
          </p:nvSpPr>
          <p:spPr>
            <a:xfrm>
              <a:off x="2463449" y="669189"/>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4" name="Google Shape;564;p17"/>
            <p:cNvSpPr/>
            <p:nvPr/>
          </p:nvSpPr>
          <p:spPr>
            <a:xfrm>
              <a:off x="2896339" y="669189"/>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5" name="Google Shape;565;p17"/>
            <p:cNvSpPr/>
            <p:nvPr/>
          </p:nvSpPr>
          <p:spPr>
            <a:xfrm>
              <a:off x="3308608" y="676180"/>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6" name="Google Shape;566;p17"/>
            <p:cNvSpPr/>
            <p:nvPr/>
          </p:nvSpPr>
          <p:spPr>
            <a:xfrm>
              <a:off x="1847536" y="1078875"/>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7" name="Google Shape;567;p17"/>
            <p:cNvSpPr/>
            <p:nvPr/>
          </p:nvSpPr>
          <p:spPr>
            <a:xfrm>
              <a:off x="2267744" y="1091029"/>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8" name="Google Shape;568;p17"/>
            <p:cNvSpPr/>
            <p:nvPr/>
          </p:nvSpPr>
          <p:spPr>
            <a:xfrm>
              <a:off x="2700634" y="1091029"/>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9" name="Google Shape;569;p17"/>
            <p:cNvSpPr/>
            <p:nvPr/>
          </p:nvSpPr>
          <p:spPr>
            <a:xfrm>
              <a:off x="3112903" y="1098020"/>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0" name="Google Shape;570;p17"/>
            <p:cNvSpPr/>
            <p:nvPr/>
          </p:nvSpPr>
          <p:spPr>
            <a:xfrm>
              <a:off x="1649525" y="1503067"/>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1" name="Google Shape;571;p17"/>
            <p:cNvSpPr/>
            <p:nvPr/>
          </p:nvSpPr>
          <p:spPr>
            <a:xfrm>
              <a:off x="2069733" y="1515221"/>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2" name="Google Shape;572;p17"/>
            <p:cNvSpPr/>
            <p:nvPr/>
          </p:nvSpPr>
          <p:spPr>
            <a:xfrm>
              <a:off x="2502623" y="1515221"/>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3" name="Google Shape;573;p17"/>
            <p:cNvSpPr/>
            <p:nvPr/>
          </p:nvSpPr>
          <p:spPr>
            <a:xfrm>
              <a:off x="2914892" y="1522212"/>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4" name="Google Shape;574;p17"/>
            <p:cNvSpPr/>
            <p:nvPr/>
          </p:nvSpPr>
          <p:spPr>
            <a:xfrm>
              <a:off x="1414646" y="1904678"/>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5" name="Google Shape;575;p17"/>
            <p:cNvSpPr/>
            <p:nvPr/>
          </p:nvSpPr>
          <p:spPr>
            <a:xfrm>
              <a:off x="1834854" y="1916832"/>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6" name="Google Shape;576;p17"/>
            <p:cNvSpPr/>
            <p:nvPr/>
          </p:nvSpPr>
          <p:spPr>
            <a:xfrm>
              <a:off x="2267744" y="1916832"/>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7" name="Google Shape;577;p17"/>
            <p:cNvSpPr/>
            <p:nvPr/>
          </p:nvSpPr>
          <p:spPr>
            <a:xfrm>
              <a:off x="2680013" y="1923823"/>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8" name="Google Shape;578;p17"/>
            <p:cNvSpPr/>
            <p:nvPr/>
          </p:nvSpPr>
          <p:spPr>
            <a:xfrm>
              <a:off x="3741498" y="676180"/>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9" name="Google Shape;579;p17"/>
            <p:cNvSpPr/>
            <p:nvPr/>
          </p:nvSpPr>
          <p:spPr>
            <a:xfrm>
              <a:off x="3545793" y="1098020"/>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0" name="Google Shape;580;p17"/>
            <p:cNvSpPr/>
            <p:nvPr/>
          </p:nvSpPr>
          <p:spPr>
            <a:xfrm>
              <a:off x="3347782" y="1522212"/>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1" name="Google Shape;581;p17"/>
            <p:cNvSpPr/>
            <p:nvPr/>
          </p:nvSpPr>
          <p:spPr>
            <a:xfrm>
              <a:off x="3112903" y="1923823"/>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2" name="Google Shape;582;p17"/>
            <p:cNvSpPr/>
            <p:nvPr/>
          </p:nvSpPr>
          <p:spPr>
            <a:xfrm>
              <a:off x="1214190" y="2305921"/>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3" name="Google Shape;583;p17"/>
            <p:cNvSpPr/>
            <p:nvPr/>
          </p:nvSpPr>
          <p:spPr>
            <a:xfrm>
              <a:off x="1634398" y="2318075"/>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4" name="Google Shape;584;p17"/>
            <p:cNvSpPr/>
            <p:nvPr/>
          </p:nvSpPr>
          <p:spPr>
            <a:xfrm>
              <a:off x="2067288" y="2318075"/>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5" name="Google Shape;585;p17"/>
            <p:cNvSpPr/>
            <p:nvPr/>
          </p:nvSpPr>
          <p:spPr>
            <a:xfrm>
              <a:off x="2479557" y="2325066"/>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6" name="Google Shape;586;p17"/>
            <p:cNvSpPr/>
            <p:nvPr/>
          </p:nvSpPr>
          <p:spPr>
            <a:xfrm>
              <a:off x="2912447" y="2325066"/>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587" name="Google Shape;587;p17"/>
          <p:cNvSpPr txBox="1"/>
          <p:nvPr/>
        </p:nvSpPr>
        <p:spPr>
          <a:xfrm>
            <a:off x="1576688" y="2703773"/>
            <a:ext cx="11977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Black Wins</a:t>
            </a:r>
            <a:endParaRPr/>
          </a:p>
        </p:txBody>
      </p:sp>
      <p:sp>
        <p:nvSpPr>
          <p:cNvPr id="588" name="Google Shape;588;p17"/>
          <p:cNvSpPr txBox="1"/>
          <p:nvPr/>
        </p:nvSpPr>
        <p:spPr>
          <a:xfrm>
            <a:off x="5102949" y="2728670"/>
            <a:ext cx="106548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Red Wins</a:t>
            </a:r>
            <a:endParaRPr/>
          </a:p>
        </p:txBody>
      </p:sp>
      <p:sp>
        <p:nvSpPr>
          <p:cNvPr id="589" name="Google Shape;589;p17"/>
          <p:cNvSpPr/>
          <p:nvPr/>
        </p:nvSpPr>
        <p:spPr>
          <a:xfrm>
            <a:off x="5749251" y="707341"/>
            <a:ext cx="216564" cy="243142"/>
          </a:xfrm>
          <a:prstGeom prst="ellipse">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0" name="Google Shape;590;p17"/>
          <p:cNvSpPr/>
          <p:nvPr/>
        </p:nvSpPr>
        <p:spPr>
          <a:xfrm>
            <a:off x="5137602" y="1118299"/>
            <a:ext cx="216564" cy="243142"/>
          </a:xfrm>
          <a:prstGeom prst="ellipse">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1" name="Google Shape;591;p17"/>
          <p:cNvSpPr/>
          <p:nvPr/>
        </p:nvSpPr>
        <p:spPr>
          <a:xfrm>
            <a:off x="5988482" y="1120772"/>
            <a:ext cx="216564" cy="243142"/>
          </a:xfrm>
          <a:prstGeom prst="ellipse">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2" name="Google Shape;592;p17"/>
          <p:cNvSpPr/>
          <p:nvPr/>
        </p:nvSpPr>
        <p:spPr>
          <a:xfrm>
            <a:off x="5542094" y="1122190"/>
            <a:ext cx="216564" cy="243142"/>
          </a:xfrm>
          <a:prstGeom prst="ellipse">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3" name="Google Shape;593;p17"/>
          <p:cNvSpPr/>
          <p:nvPr/>
        </p:nvSpPr>
        <p:spPr>
          <a:xfrm>
            <a:off x="6205046" y="1544030"/>
            <a:ext cx="216564" cy="243142"/>
          </a:xfrm>
          <a:prstGeom prst="ellipse">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4" name="Google Shape;594;p17"/>
          <p:cNvSpPr/>
          <p:nvPr/>
        </p:nvSpPr>
        <p:spPr>
          <a:xfrm>
            <a:off x="5779195" y="1553373"/>
            <a:ext cx="216564" cy="243142"/>
          </a:xfrm>
          <a:prstGeom prst="ellipse">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5" name="Google Shape;595;p17"/>
          <p:cNvSpPr/>
          <p:nvPr/>
        </p:nvSpPr>
        <p:spPr>
          <a:xfrm>
            <a:off x="5973228" y="1955952"/>
            <a:ext cx="216564" cy="243142"/>
          </a:xfrm>
          <a:prstGeom prst="ellipse">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6" name="Google Shape;596;p17"/>
          <p:cNvSpPr/>
          <p:nvPr/>
        </p:nvSpPr>
        <p:spPr>
          <a:xfrm>
            <a:off x="6633584" y="1553373"/>
            <a:ext cx="216564" cy="243142"/>
          </a:xfrm>
          <a:prstGeom prst="ellipse">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7" name="Google Shape;597;p17"/>
          <p:cNvSpPr/>
          <p:nvPr/>
        </p:nvSpPr>
        <p:spPr>
          <a:xfrm>
            <a:off x="5542809" y="1947993"/>
            <a:ext cx="216564" cy="243142"/>
          </a:xfrm>
          <a:prstGeom prst="ellipse">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8" name="Google Shape;598;p17"/>
          <p:cNvSpPr/>
          <p:nvPr/>
        </p:nvSpPr>
        <p:spPr>
          <a:xfrm>
            <a:off x="6409253" y="1960504"/>
            <a:ext cx="216564" cy="243142"/>
          </a:xfrm>
          <a:prstGeom prst="ellipse">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9" name="Google Shape;599;p17"/>
          <p:cNvSpPr/>
          <p:nvPr/>
        </p:nvSpPr>
        <p:spPr>
          <a:xfrm>
            <a:off x="5352971" y="2349236"/>
            <a:ext cx="216564" cy="243142"/>
          </a:xfrm>
          <a:prstGeom prst="ellipse">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0" name="Google Shape;600;p17"/>
          <p:cNvSpPr txBox="1"/>
          <p:nvPr/>
        </p:nvSpPr>
        <p:spPr>
          <a:xfrm>
            <a:off x="694638" y="3402190"/>
            <a:ext cx="782727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Assuming white moves first, How can white have a winning strategy for 4 x 4 Hex ?</a:t>
            </a:r>
            <a:endParaRPr/>
          </a:p>
        </p:txBody>
      </p:sp>
      <p:sp>
        <p:nvSpPr>
          <p:cNvPr id="601" name="Google Shape;601;p17"/>
          <p:cNvSpPr txBox="1"/>
          <p:nvPr/>
        </p:nvSpPr>
        <p:spPr>
          <a:xfrm>
            <a:off x="694638" y="4111648"/>
            <a:ext cx="361938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Is it possible to have a draw in Hex ? </a:t>
            </a:r>
            <a:endParaRPr/>
          </a:p>
        </p:txBody>
      </p:sp>
      <p:sp>
        <p:nvSpPr>
          <p:cNvPr id="602" name="Google Shape;602;p17"/>
          <p:cNvSpPr txBox="1"/>
          <p:nvPr/>
        </p:nvSpPr>
        <p:spPr>
          <a:xfrm>
            <a:off x="5228938" y="3756919"/>
            <a:ext cx="33055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First move is in principle diagonal</a:t>
            </a:r>
            <a:endParaRPr/>
          </a:p>
        </p:txBody>
      </p:sp>
      <p:grpSp>
        <p:nvGrpSpPr>
          <p:cNvPr id="603" name="Google Shape;603;p17"/>
          <p:cNvGrpSpPr/>
          <p:nvPr/>
        </p:nvGrpSpPr>
        <p:grpSpPr>
          <a:xfrm>
            <a:off x="5071845" y="4454816"/>
            <a:ext cx="2110526" cy="1509930"/>
            <a:chOff x="4382066" y="4327175"/>
            <a:chExt cx="2110526" cy="1509930"/>
          </a:xfrm>
        </p:grpSpPr>
        <p:sp>
          <p:nvSpPr>
            <p:cNvPr id="604" name="Google Shape;604;p17"/>
            <p:cNvSpPr/>
            <p:nvPr/>
          </p:nvSpPr>
          <p:spPr>
            <a:xfrm>
              <a:off x="5010661" y="4327175"/>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5" name="Google Shape;605;p17"/>
            <p:cNvSpPr/>
            <p:nvPr/>
          </p:nvSpPr>
          <p:spPr>
            <a:xfrm>
              <a:off x="5430869" y="4339329"/>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6" name="Google Shape;606;p17"/>
            <p:cNvSpPr/>
            <p:nvPr/>
          </p:nvSpPr>
          <p:spPr>
            <a:xfrm>
              <a:off x="5863759" y="4339329"/>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7" name="Google Shape;607;p17"/>
            <p:cNvSpPr/>
            <p:nvPr/>
          </p:nvSpPr>
          <p:spPr>
            <a:xfrm>
              <a:off x="6276028" y="4346320"/>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8" name="Google Shape;608;p17"/>
            <p:cNvSpPr/>
            <p:nvPr/>
          </p:nvSpPr>
          <p:spPr>
            <a:xfrm>
              <a:off x="4814956" y="4749015"/>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9" name="Google Shape;609;p17"/>
            <p:cNvSpPr/>
            <p:nvPr/>
          </p:nvSpPr>
          <p:spPr>
            <a:xfrm>
              <a:off x="5235164" y="4761169"/>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0" name="Google Shape;610;p17"/>
            <p:cNvSpPr/>
            <p:nvPr/>
          </p:nvSpPr>
          <p:spPr>
            <a:xfrm>
              <a:off x="5668054" y="4761169"/>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1" name="Google Shape;611;p17"/>
            <p:cNvSpPr/>
            <p:nvPr/>
          </p:nvSpPr>
          <p:spPr>
            <a:xfrm>
              <a:off x="6080323" y="4768160"/>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2" name="Google Shape;612;p17"/>
            <p:cNvSpPr/>
            <p:nvPr/>
          </p:nvSpPr>
          <p:spPr>
            <a:xfrm>
              <a:off x="4616945" y="5173207"/>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3" name="Google Shape;613;p17"/>
            <p:cNvSpPr/>
            <p:nvPr/>
          </p:nvSpPr>
          <p:spPr>
            <a:xfrm>
              <a:off x="5037153" y="5185361"/>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4" name="Google Shape;614;p17"/>
            <p:cNvSpPr/>
            <p:nvPr/>
          </p:nvSpPr>
          <p:spPr>
            <a:xfrm>
              <a:off x="5470043" y="5185361"/>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5" name="Google Shape;615;p17"/>
            <p:cNvSpPr/>
            <p:nvPr/>
          </p:nvSpPr>
          <p:spPr>
            <a:xfrm>
              <a:off x="5882312" y="5192352"/>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6" name="Google Shape;616;p17"/>
            <p:cNvSpPr/>
            <p:nvPr/>
          </p:nvSpPr>
          <p:spPr>
            <a:xfrm>
              <a:off x="4382066" y="5574818"/>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7" name="Google Shape;617;p17"/>
            <p:cNvSpPr/>
            <p:nvPr/>
          </p:nvSpPr>
          <p:spPr>
            <a:xfrm>
              <a:off x="4802274" y="5586972"/>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8" name="Google Shape;618;p17"/>
            <p:cNvSpPr/>
            <p:nvPr/>
          </p:nvSpPr>
          <p:spPr>
            <a:xfrm>
              <a:off x="5235164" y="5586972"/>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9" name="Google Shape;619;p17"/>
            <p:cNvSpPr/>
            <p:nvPr/>
          </p:nvSpPr>
          <p:spPr>
            <a:xfrm>
              <a:off x="5647433" y="5593963"/>
              <a:ext cx="216564" cy="24314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620" name="Google Shape;620;p17"/>
          <p:cNvSpPr/>
          <p:nvPr/>
        </p:nvSpPr>
        <p:spPr>
          <a:xfrm>
            <a:off x="6126508" y="4475336"/>
            <a:ext cx="216564" cy="243142"/>
          </a:xfrm>
          <a:prstGeom prst="ellipse">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1" name="Google Shape;621;p17"/>
          <p:cNvSpPr/>
          <p:nvPr/>
        </p:nvSpPr>
        <p:spPr>
          <a:xfrm>
            <a:off x="5701311" y="4447563"/>
            <a:ext cx="216564" cy="243142"/>
          </a:xfrm>
          <a:prstGeom prst="ellipse">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2" name="Google Shape;622;p17"/>
          <p:cNvSpPr/>
          <p:nvPr/>
        </p:nvSpPr>
        <p:spPr>
          <a:xfrm>
            <a:off x="5924943" y="4891186"/>
            <a:ext cx="216564" cy="243142"/>
          </a:xfrm>
          <a:prstGeom prst="ellipse">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3" name="Google Shape;623;p17"/>
          <p:cNvSpPr/>
          <p:nvPr/>
        </p:nvSpPr>
        <p:spPr>
          <a:xfrm>
            <a:off x="5737243" y="5319822"/>
            <a:ext cx="216564" cy="243142"/>
          </a:xfrm>
          <a:prstGeom prst="ellipse">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4" name="Google Shape;624;p17"/>
          <p:cNvSpPr/>
          <p:nvPr/>
        </p:nvSpPr>
        <p:spPr>
          <a:xfrm>
            <a:off x="5928875" y="5708775"/>
            <a:ext cx="216564" cy="243142"/>
          </a:xfrm>
          <a:prstGeom prst="ellipse">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5" name="Google Shape;625;p17"/>
          <p:cNvSpPr/>
          <p:nvPr/>
        </p:nvSpPr>
        <p:spPr>
          <a:xfrm>
            <a:off x="6159822" y="5313002"/>
            <a:ext cx="216564" cy="243142"/>
          </a:xfrm>
          <a:prstGeom prst="ellipse">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6" name="Google Shape;626;p17"/>
          <p:cNvSpPr/>
          <p:nvPr/>
        </p:nvSpPr>
        <p:spPr>
          <a:xfrm>
            <a:off x="6337212" y="5717970"/>
            <a:ext cx="216564" cy="243142"/>
          </a:xfrm>
          <a:prstGeom prst="ellipse">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7" name="Google Shape;627;p17"/>
          <p:cNvSpPr txBox="1"/>
          <p:nvPr/>
        </p:nvSpPr>
        <p:spPr>
          <a:xfrm>
            <a:off x="4208083" y="4126251"/>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No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8"/>
          <p:cNvSpPr txBox="1"/>
          <p:nvPr>
            <p:ph type="title"/>
          </p:nvPr>
        </p:nvSpPr>
        <p:spPr>
          <a:xfrm>
            <a:off x="611560" y="274638"/>
            <a:ext cx="7848872" cy="1143000"/>
          </a:xfrm>
          <a:prstGeom prst="rect">
            <a:avLst/>
          </a:prstGeom>
          <a:solidFill>
            <a:srgbClr val="DAEEF3"/>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Exercises</a:t>
            </a:r>
            <a:endParaRPr/>
          </a:p>
        </p:txBody>
      </p:sp>
      <p:sp>
        <p:nvSpPr>
          <p:cNvPr id="634" name="Google Shape;634;p18"/>
          <p:cNvSpPr txBox="1"/>
          <p:nvPr>
            <p:ph idx="1" type="body"/>
          </p:nvPr>
        </p:nvSpPr>
        <p:spPr>
          <a:xfrm>
            <a:off x="611560" y="1600200"/>
            <a:ext cx="7848872" cy="4525963"/>
          </a:xfrm>
          <a:prstGeom prst="rect">
            <a:avLst/>
          </a:prstGeom>
          <a:noFill/>
          <a:ln>
            <a:noFill/>
          </a:ln>
        </p:spPr>
        <p:txBody>
          <a:bodyPr anchorCtr="0" anchor="t" bIns="45700" lIns="91425" spcFirstLastPara="1" rIns="91425" wrap="square" tIns="45700">
            <a:normAutofit/>
          </a:bodyPr>
          <a:lstStyle/>
          <a:p>
            <a:pPr indent="-514350" lvl="0" marL="514350" rtl="0" algn="just">
              <a:spcBef>
                <a:spcPts val="0"/>
              </a:spcBef>
              <a:spcAft>
                <a:spcPts val="0"/>
              </a:spcAft>
              <a:buClr>
                <a:schemeClr val="dk1"/>
              </a:buClr>
              <a:buSzPts val="2000"/>
              <a:buFont typeface="Calibri"/>
              <a:buAutoNum type="arabicPeriod"/>
            </a:pPr>
            <a:r>
              <a:rPr lang="en-US" sz="2000"/>
              <a:t>Starting with a collection of 27 objects. Two players alternately remove from 1 to 4 objects at a time until all objects have been removed. Each player then counts the total number of objects that he has removed. The player whose total is even wins. Find a winning strategy for the first player.</a:t>
            </a:r>
            <a:endParaRPr/>
          </a:p>
          <a:p>
            <a:pPr indent="-387350" lvl="0" marL="514350" rtl="0" algn="just">
              <a:spcBef>
                <a:spcPts val="400"/>
              </a:spcBef>
              <a:spcAft>
                <a:spcPts val="0"/>
              </a:spcAft>
              <a:buClr>
                <a:schemeClr val="dk1"/>
              </a:buClr>
              <a:buSzPts val="2000"/>
              <a:buFont typeface="Calibri"/>
              <a:buNone/>
            </a:pPr>
            <a:r>
              <a:t/>
            </a:r>
            <a:endParaRPr sz="2000"/>
          </a:p>
          <a:p>
            <a:pPr indent="-387350" lvl="0" marL="514350" rtl="0" algn="just">
              <a:spcBef>
                <a:spcPts val="400"/>
              </a:spcBef>
              <a:spcAft>
                <a:spcPts val="0"/>
              </a:spcAft>
              <a:buClr>
                <a:schemeClr val="dk1"/>
              </a:buClr>
              <a:buSzPts val="2000"/>
              <a:buFont typeface="Calibri"/>
              <a:buNone/>
            </a:pPr>
            <a:r>
              <a:t/>
            </a:r>
            <a:endParaRPr sz="2000"/>
          </a:p>
        </p:txBody>
      </p:sp>
      <p:pic>
        <p:nvPicPr>
          <p:cNvPr id="635" name="Google Shape;635;p18"/>
          <p:cNvPicPr preferRelativeResize="0"/>
          <p:nvPr/>
        </p:nvPicPr>
        <p:blipFill rotWithShape="1">
          <a:blip r:embed="rId3">
            <a:alphaModFix/>
          </a:blip>
          <a:srcRect b="0" l="0" r="0" t="0"/>
          <a:stretch/>
        </p:blipFill>
        <p:spPr>
          <a:xfrm>
            <a:off x="1145093" y="3564020"/>
            <a:ext cx="1533525" cy="1381125"/>
          </a:xfrm>
          <a:prstGeom prst="rect">
            <a:avLst/>
          </a:prstGeom>
          <a:noFill/>
          <a:ln>
            <a:noFill/>
          </a:ln>
        </p:spPr>
      </p:pic>
      <p:sp>
        <p:nvSpPr>
          <p:cNvPr id="636" name="Google Shape;636;p18"/>
          <p:cNvSpPr txBox="1"/>
          <p:nvPr/>
        </p:nvSpPr>
        <p:spPr>
          <a:xfrm>
            <a:off x="622239" y="3379354"/>
            <a:ext cx="3600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a:t>
            </a:r>
            <a:endParaRPr/>
          </a:p>
        </p:txBody>
      </p:sp>
      <p:sp>
        <p:nvSpPr>
          <p:cNvPr id="637" name="Google Shape;637;p18"/>
          <p:cNvSpPr txBox="1"/>
          <p:nvPr/>
        </p:nvSpPr>
        <p:spPr>
          <a:xfrm>
            <a:off x="2782478" y="3344795"/>
            <a:ext cx="5677954" cy="224676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chemeClr val="dk1"/>
                </a:solidFill>
                <a:latin typeface="Calibri"/>
                <a:ea typeface="Calibri"/>
                <a:cs typeface="Calibri"/>
                <a:sym typeface="Calibri"/>
              </a:rPr>
              <a:t>As in Tic-Tac-Toe is to place three of your own token in a straight line. However, each player is allowed to put down only three tokens. Thereafter, instead of placing more tokens, each player moves one token along a straight line to an adjacent unoccupied position. Show that both players have non-losing strategies.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19"/>
          <p:cNvSpPr/>
          <p:nvPr/>
        </p:nvSpPr>
        <p:spPr>
          <a:xfrm>
            <a:off x="755576" y="620688"/>
            <a:ext cx="7704856" cy="2554545"/>
          </a:xfrm>
          <a:prstGeom prst="rect">
            <a:avLst/>
          </a:prstGeom>
          <a:blipFill rotWithShape="1">
            <a:blip r:embed="rId3">
              <a:alphaModFix/>
            </a:blip>
            <a:stretch>
              <a:fillRect b="-3340" l="-869" r="-790" t="-14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43" name="Google Shape;643;p19"/>
          <p:cNvSpPr/>
          <p:nvPr/>
        </p:nvSpPr>
        <p:spPr>
          <a:xfrm>
            <a:off x="755576" y="3284984"/>
            <a:ext cx="7704856" cy="1323439"/>
          </a:xfrm>
          <a:prstGeom prst="rect">
            <a:avLst/>
          </a:prstGeom>
          <a:noFill/>
          <a:ln>
            <a:noFill/>
          </a:ln>
        </p:spPr>
        <p:txBody>
          <a:bodyPr anchorCtr="0" anchor="t" bIns="45700" lIns="91425" spcFirstLastPara="1" rIns="91425" wrap="square" tIns="45700">
            <a:spAutoFit/>
          </a:bodyPr>
          <a:lstStyle/>
          <a:p>
            <a:pPr indent="-457200" lvl="0" marL="457200" marR="0" rtl="0" algn="just">
              <a:spcBef>
                <a:spcPts val="0"/>
              </a:spcBef>
              <a:spcAft>
                <a:spcPts val="0"/>
              </a:spcAft>
              <a:buNone/>
            </a:pPr>
            <a:r>
              <a:rPr lang="en-US" sz="2000">
                <a:solidFill>
                  <a:schemeClr val="dk1"/>
                </a:solidFill>
                <a:latin typeface="Calibri"/>
                <a:ea typeface="Calibri"/>
                <a:cs typeface="Calibri"/>
                <a:sym typeface="Calibri"/>
              </a:rPr>
              <a:t>4.	Consider a tape divided into cells of equal size. Let a move consist of placing a domino on two adjacent cells. No domino is allowed to overlap any previously placed domino. Let us find winning moves (if any ) for the following tape domino positions</a:t>
            </a:r>
            <a:endParaRPr/>
          </a:p>
        </p:txBody>
      </p:sp>
      <p:graphicFrame>
        <p:nvGraphicFramePr>
          <p:cNvPr id="644" name="Google Shape;644;p19"/>
          <p:cNvGraphicFramePr/>
          <p:nvPr/>
        </p:nvGraphicFramePr>
        <p:xfrm>
          <a:off x="2327922" y="4797152"/>
          <a:ext cx="3000000" cy="3000000"/>
        </p:xfrm>
        <a:graphic>
          <a:graphicData uri="http://schemas.openxmlformats.org/drawingml/2006/table">
            <a:tbl>
              <a:tblPr bandRow="1" firstRow="1">
                <a:noFill/>
                <a:tableStyleId>{CC6623F7-FD46-4170-9833-6D3543AD114E}</a:tableStyleId>
              </a:tblPr>
              <a:tblGrid>
                <a:gridCol w="651450"/>
                <a:gridCol w="651450"/>
                <a:gridCol w="651450"/>
                <a:gridCol w="651450"/>
                <a:gridCol w="651450"/>
                <a:gridCol w="651450"/>
                <a:gridCol w="651450"/>
              </a:tblGrid>
              <a:tr h="375825">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645" name="Google Shape;645;p19"/>
          <p:cNvSpPr txBox="1"/>
          <p:nvPr/>
        </p:nvSpPr>
        <p:spPr>
          <a:xfrm>
            <a:off x="1475656" y="4797152"/>
            <a:ext cx="3529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a:t>
            </a:r>
            <a:endParaRPr/>
          </a:p>
        </p:txBody>
      </p:sp>
      <p:sp>
        <p:nvSpPr>
          <p:cNvPr id="646" name="Google Shape;646;p19"/>
          <p:cNvSpPr txBox="1"/>
          <p:nvPr/>
        </p:nvSpPr>
        <p:spPr>
          <a:xfrm>
            <a:off x="1475656" y="5517232"/>
            <a:ext cx="3642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endParaRPr/>
          </a:p>
        </p:txBody>
      </p:sp>
      <p:graphicFrame>
        <p:nvGraphicFramePr>
          <p:cNvPr id="647" name="Google Shape;647;p19"/>
          <p:cNvGraphicFramePr/>
          <p:nvPr/>
        </p:nvGraphicFramePr>
        <p:xfrm>
          <a:off x="2051720" y="5530521"/>
          <a:ext cx="3000000" cy="3000000"/>
        </p:xfrm>
        <a:graphic>
          <a:graphicData uri="http://schemas.openxmlformats.org/drawingml/2006/table">
            <a:tbl>
              <a:tblPr bandRow="1" firstRow="1">
                <a:noFill/>
                <a:tableStyleId>{CC6623F7-FD46-4170-9833-6D3543AD114E}</a:tableStyleId>
              </a:tblPr>
              <a:tblGrid>
                <a:gridCol w="576075"/>
                <a:gridCol w="576075"/>
                <a:gridCol w="576075"/>
                <a:gridCol w="576075"/>
                <a:gridCol w="576075"/>
                <a:gridCol w="576075"/>
                <a:gridCol w="576075"/>
                <a:gridCol w="576075"/>
                <a:gridCol w="576075"/>
                <a:gridCol w="576075"/>
              </a:tblGrid>
              <a:tr h="370850">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2013-05-27T02:50:26Z</dcterms:created>
  <dc:creator>lab-tif3</dc:creator>
</cp:coreProperties>
</file>